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8572500" cx="5715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922a615a_1_5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922a615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922a615a_1_6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a922a615a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922a615a_1_2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922a615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922a615a_1_3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922a615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922a615a_1_38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922a615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2f6681bab_19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2f6681ba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f8_uF_IDV50" TargetMode="External"/><Relationship Id="rId4" Type="http://schemas.openxmlformats.org/officeDocument/2006/relationships/hyperlink" Target="https://github.com/trending" TargetMode="External"/><Relationship Id="rId5" Type="http://schemas.openxmlformats.org/officeDocument/2006/relationships/hyperlink" Target="https://www.youtube.com/playlist?list=PLjxrf2q8roU23XGwz3Km7sQZFTdB996i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radcracker.com" TargetMode="External"/><Relationship Id="rId4" Type="http://schemas.openxmlformats.org/officeDocument/2006/relationships/hyperlink" Target="https://www.ratemyplacement.co.uk" TargetMode="External"/><Relationship Id="rId5" Type="http://schemas.openxmlformats.org/officeDocument/2006/relationships/hyperlink" Target="https://www.prospects.ac.uk" TargetMode="External"/><Relationship Id="rId6" Type="http://schemas.openxmlformats.org/officeDocument/2006/relationships/hyperlink" Target="https://www.linkedin.com/job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mani.ghahremani@port.ac.uk" TargetMode="External"/><Relationship Id="rId4" Type="http://schemas.openxmlformats.org/officeDocument/2006/relationships/hyperlink" Target="https://soc.port.ac.uk/discord" TargetMode="External"/><Relationship Id="rId5" Type="http://schemas.openxmlformats.org/officeDocument/2006/relationships/hyperlink" Target="https://manighahrmani.github.io/sandwich_sho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ortdotacdotuk-my.sharepoint.com/:w:/g/personal/mani_ghahremani_port_ac_uk/IQC9nZoNwb2jT40MnFQPZWVvAVdTK2PGBmZ8jPff30RRyPc" TargetMode="External"/><Relationship Id="rId4" Type="http://schemas.openxmlformats.org/officeDocument/2006/relationships/hyperlink" Target="https://myport.port.ac.uk/my-course/exams/extenuating-circumstances#appl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signup" TargetMode="External"/><Relationship Id="rId4" Type="http://schemas.openxmlformats.org/officeDocument/2006/relationships/hyperlink" Target="https://education.github.com/pack" TargetMode="External"/><Relationship Id="rId5" Type="http://schemas.openxmlformats.org/officeDocument/2006/relationships/hyperlink" Target="https://myport.port.ac.uk/it-support/student-it-support/university-vp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flutter.dev/tools/devtools/inspecto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1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Welcome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Preamble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Assessment</a:t>
            </a:r>
            <a:endParaRPr b="1" sz="20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Preamble</a:t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need tech news from you!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will provide you some of my own.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Most of you should consider doing a placement next year, so I’d like these lectures to help.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VS Code intro: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youtube.com/watch?v=f8_uF_IDV50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GitHub Trending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github.com/trending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youtube.com/playlist?list=PLjxrf2q8roU23XGwz3Km7sQZFTdB996iG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A254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Preamble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Preamble</a:t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Job sites: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Gradcracker: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gradcracker.com</a:t>
            </a:r>
            <a:r>
              <a:rPr lang="en-GB" sz="1700">
                <a:solidFill>
                  <a:schemeClr val="dk1"/>
                </a:solidFill>
              </a:rPr>
              <a:t> RateMyPlacement: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ratemyplacement.co.uk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Prospects: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prospects.ac.uk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LinkedIn Jobs: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linkedin.com/jobs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these terms: 'placement', 'industrial year'.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D97706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Overview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Overview</a:t>
            </a:r>
            <a:endParaRPr sz="2800"/>
          </a:p>
        </p:txBody>
      </p:sp>
      <p:sp>
        <p:nvSpPr>
          <p:cNvPr id="134" name="Google Shape;134;p30"/>
          <p:cNvSpPr txBox="1"/>
          <p:nvPr/>
        </p:nvSpPr>
        <p:spPr>
          <a:xfrm>
            <a:off x="540000" y="1440000"/>
            <a:ext cx="5175000" cy="6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Just call me Mani.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Email: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mani.ghahremani@port.ac.uk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“DrMani” on Discord: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soc.port.ac.uk/discord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teach the first </a:t>
            </a:r>
            <a:r>
              <a:rPr lang="en-GB" sz="1700">
                <a:solidFill>
                  <a:schemeClr val="dk1"/>
                </a:solidFill>
              </a:rPr>
              <a:t>half, Teaching Block 1 (TB1).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Homepage: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'sandwich_shop' because the worksheets build a sandwich shop app.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1-hour lectures and 1-hour practicals per week for 10 weeks (schedule on homepage).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 optional drop-ins.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Worksheet 1 this week (21-25/09/2026).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Assessment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45" name="Google Shape;145;p32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46" name="Google Shape;146;p32"/>
          <p:cNvSpPr txBox="1"/>
          <p:nvPr/>
        </p:nvSpPr>
        <p:spPr>
          <a:xfrm>
            <a:off x="540000" y="1440000"/>
            <a:ext cx="5175000" cy="6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Item 1 = 50% of the module.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Assessed in five demos, but the mark for the top </a:t>
            </a:r>
            <a:r>
              <a:rPr lang="en-GB" sz="1700">
                <a:solidFill>
                  <a:schemeClr val="dk1"/>
                </a:solidFill>
              </a:rPr>
              <a:t>four counts </a:t>
            </a:r>
            <a:r>
              <a:rPr lang="en-GB" sz="1700">
                <a:solidFill>
                  <a:schemeClr val="dk1"/>
                </a:solidFill>
              </a:rPr>
              <a:t>(each demo = 25% of Item 1).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Miss one: no harm (best four count). Miss two: mark capped.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Each 25% demo has a mark for functionality (9%), code quality (8%), and your understanding of your own work (8%).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Full detail: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Assessment Guide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</a:t>
            </a:r>
            <a:r>
              <a:rPr lang="en-GB" sz="1700">
                <a:solidFill>
                  <a:schemeClr val="dk1"/>
                </a:solidFill>
              </a:rPr>
              <a:t> 1</a:t>
            </a:r>
            <a:r>
              <a:rPr lang="en-GB" sz="1700">
                <a:solidFill>
                  <a:schemeClr val="dk1"/>
                </a:solidFill>
              </a:rPr>
              <a:t> window: complete by Friday 2 October 2026.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Extenuating Circumstances: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submit an ECF</a:t>
            </a:r>
            <a:r>
              <a:rPr lang="en-GB" sz="1700">
                <a:solidFill>
                  <a:schemeClr val="dk1"/>
                </a:solidFill>
              </a:rPr>
              <a:t> early; email me if approved.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52" name="Google Shape;152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53" name="Google Shape;153;p33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Submit the repo link on Moodle before the first demo, then attend the practical for the demo.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aren’t submitting code; you are submitting a link to a GitHub repository.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Sign up to GH: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github.com/signup</a:t>
            </a:r>
            <a:r>
              <a:rPr lang="en-GB" sz="1700">
                <a:solidFill>
                  <a:schemeClr val="dk1"/>
                </a:solidFill>
              </a:rPr>
              <a:t> – use a personal email, not uni.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Get your GitHub Student Developer Pack: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education.github.com/pack</a:t>
            </a:r>
            <a:r>
              <a:rPr lang="en-GB" sz="1700">
                <a:solidFill>
                  <a:schemeClr val="dk1"/>
                </a:solidFill>
              </a:rPr>
              <a:t> (needs student ID, on-campus or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University of Portsmouth VPN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use your own device to develop if you </a:t>
            </a:r>
            <a:r>
              <a:rPr lang="en-GB" sz="1700">
                <a:solidFill>
                  <a:schemeClr val="dk1"/>
                </a:solidFill>
              </a:rPr>
              <a:t>have</a:t>
            </a:r>
            <a:r>
              <a:rPr lang="en-GB" sz="1700">
                <a:solidFill>
                  <a:schemeClr val="dk1"/>
                </a:solidFill>
              </a:rPr>
              <a:t> good specs (CPU and RAM).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Or use the university machines.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59" name="Google Shape;159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60" name="Google Shape;160;p34"/>
          <p:cNvSpPr txBox="1"/>
          <p:nvPr/>
        </p:nvSpPr>
        <p:spPr>
          <a:xfrm>
            <a:off x="540000" y="1440000"/>
            <a:ext cx="5175000" cy="4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may use Copilot/AI, but you must be able to explain everything you submit.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Understanding is 8% of Item 1 and is asked live.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Learn by hand; get a good working knowledge first.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branch out, speed up and automate once you understand everything.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Time for a little demo.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EF3C7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Assessment</a:t>
            </a:r>
            <a:endParaRPr b="1" sz="2200"/>
          </a:p>
        </p:txBody>
      </p:sp>
      <p:sp>
        <p:nvSpPr>
          <p:cNvPr id="166" name="Google Shape;166;p35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Assessment</a:t>
            </a:r>
            <a:endParaRPr sz="2800"/>
          </a:p>
        </p:txBody>
      </p:sp>
      <p:sp>
        <p:nvSpPr>
          <p:cNvPr id="167" name="Google Shape;167;p35"/>
          <p:cNvSpPr txBox="1"/>
          <p:nvPr/>
        </p:nvSpPr>
        <p:spPr>
          <a:xfrm>
            <a:off x="540000" y="1440000"/>
            <a:ext cx="5175000" cy="6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Create an app, run it in Chrome, switch devices, commit, and push to GitHub.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inspector demo: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docs.flutter.dev/tools/devtools/inspector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VS Code features: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IntelliSense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Member/completion after dot, seeing suggestions (autocomplete)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Parameter hints (signature help) and hover / quick info (docs on hover)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Rename symbol (F2)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Quick fix / lightbulb (Cmd .)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Format-on-save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Hot reload vs hot restart.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73" name="Google Shape;173;p36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6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