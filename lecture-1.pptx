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8572500" cx="5715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700">
          <p15:clr>
            <a:srgbClr val="A4A3A4"/>
          </p15:clr>
        </p15:guide>
        <p15:guide id="2" pos="340">
          <p15:clr>
            <a:srgbClr val="A4A3A4"/>
          </p15:clr>
        </p15:guide>
        <p15:guide id="3" pos="227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700" orient="horz"/>
        <p:guide pos="340"/>
        <p:guide pos="227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286323" y="685800"/>
            <a:ext cx="228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a6b21d61a4_1_237:notes"/>
          <p:cNvSpPr/>
          <p:nvPr>
            <p:ph idx="2" type="sldImg"/>
          </p:nvPr>
        </p:nvSpPr>
        <p:spPr>
          <a:xfrm>
            <a:off x="2286300" y="685800"/>
            <a:ext cx="228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a6b21d61a4_1_2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a922a615a_1_51:notes"/>
          <p:cNvSpPr/>
          <p:nvPr>
            <p:ph idx="2" type="sldImg"/>
          </p:nvPr>
        </p:nvSpPr>
        <p:spPr>
          <a:xfrm>
            <a:off x="2286300" y="685800"/>
            <a:ext cx="228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a922a615a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a922a615a_1_55:notes"/>
          <p:cNvSpPr/>
          <p:nvPr>
            <p:ph idx="2" type="sldImg"/>
          </p:nvPr>
        </p:nvSpPr>
        <p:spPr>
          <a:xfrm>
            <a:off x="2286323" y="685800"/>
            <a:ext cx="228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a922a615a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fa922a615a_1_62:notes"/>
          <p:cNvSpPr/>
          <p:nvPr>
            <p:ph idx="2" type="sldImg"/>
          </p:nvPr>
        </p:nvSpPr>
        <p:spPr>
          <a:xfrm>
            <a:off x="2286323" y="685800"/>
            <a:ext cx="228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fa922a615a_1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5f7524da5d_0_1:notes"/>
          <p:cNvSpPr/>
          <p:nvPr>
            <p:ph idx="2" type="sldImg"/>
          </p:nvPr>
        </p:nvSpPr>
        <p:spPr>
          <a:xfrm>
            <a:off x="2286300" y="685800"/>
            <a:ext cx="228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5f7524da5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a6b21d61a4_1_51:notes"/>
          <p:cNvSpPr/>
          <p:nvPr>
            <p:ph idx="2" type="sldImg"/>
          </p:nvPr>
        </p:nvSpPr>
        <p:spPr>
          <a:xfrm>
            <a:off x="2286323" y="685800"/>
            <a:ext cx="228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a6b21d61a4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fa922a615a_1_11:notes"/>
          <p:cNvSpPr/>
          <p:nvPr>
            <p:ph idx="2" type="sldImg"/>
          </p:nvPr>
        </p:nvSpPr>
        <p:spPr>
          <a:xfrm>
            <a:off x="2286300" y="685800"/>
            <a:ext cx="228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fa922a615a_1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fa922a615a_1_4:notes"/>
          <p:cNvSpPr/>
          <p:nvPr>
            <p:ph idx="2" type="sldImg"/>
          </p:nvPr>
        </p:nvSpPr>
        <p:spPr>
          <a:xfrm>
            <a:off x="2286323" y="685800"/>
            <a:ext cx="228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fa922a615a_1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fa922a615a_1_20:notes"/>
          <p:cNvSpPr/>
          <p:nvPr>
            <p:ph idx="2" type="sldImg"/>
          </p:nvPr>
        </p:nvSpPr>
        <p:spPr>
          <a:xfrm>
            <a:off x="2286323" y="685800"/>
            <a:ext cx="228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fa922a615a_1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fa922a615a_1_31:notes"/>
          <p:cNvSpPr/>
          <p:nvPr>
            <p:ph idx="2" type="sldImg"/>
          </p:nvPr>
        </p:nvSpPr>
        <p:spPr>
          <a:xfrm>
            <a:off x="2286323" y="685800"/>
            <a:ext cx="228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fa922a615a_1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fa922a615a_1_38:notes"/>
          <p:cNvSpPr/>
          <p:nvPr>
            <p:ph idx="2" type="sldImg"/>
          </p:nvPr>
        </p:nvSpPr>
        <p:spPr>
          <a:xfrm>
            <a:off x="2286323" y="685800"/>
            <a:ext cx="228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fa922a615a_1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92f6681bab_19_0:notes"/>
          <p:cNvSpPr/>
          <p:nvPr>
            <p:ph idx="2" type="sldImg"/>
          </p:nvPr>
        </p:nvSpPr>
        <p:spPr>
          <a:xfrm>
            <a:off x="2286323" y="685800"/>
            <a:ext cx="228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92f6681bab_19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194818" y="1240958"/>
            <a:ext cx="5325300" cy="3420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194813" y="4723542"/>
            <a:ext cx="5325300" cy="132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5295286" y="7772028"/>
            <a:ext cx="342900" cy="65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194813" y="3584750"/>
            <a:ext cx="5325300" cy="1403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5295286" y="7772028"/>
            <a:ext cx="342900" cy="65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194813" y="741708"/>
            <a:ext cx="53253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194813" y="1920792"/>
            <a:ext cx="5325300" cy="569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5295286" y="7772028"/>
            <a:ext cx="342900" cy="65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194813" y="741708"/>
            <a:ext cx="53253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194813" y="1920792"/>
            <a:ext cx="2499900" cy="569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3020250" y="1920792"/>
            <a:ext cx="2499900" cy="569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5295286" y="7772028"/>
            <a:ext cx="342900" cy="65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194813" y="741708"/>
            <a:ext cx="53253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5295286" y="7772028"/>
            <a:ext cx="342900" cy="65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194813" y="926000"/>
            <a:ext cx="1755000" cy="125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194813" y="2316000"/>
            <a:ext cx="1755000" cy="529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5295286" y="7772028"/>
            <a:ext cx="342900" cy="65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306406" y="750250"/>
            <a:ext cx="3979800" cy="681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5295286" y="7772028"/>
            <a:ext cx="342900" cy="65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2857500" y="-208"/>
            <a:ext cx="2857500" cy="8572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165938" y="2055292"/>
            <a:ext cx="2528100" cy="2470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165938" y="4671792"/>
            <a:ext cx="2528100" cy="205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3087188" y="1206792"/>
            <a:ext cx="2398200" cy="615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5295286" y="7772028"/>
            <a:ext cx="342900" cy="65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194813" y="7050958"/>
            <a:ext cx="3749400" cy="1008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5295286" y="7772028"/>
            <a:ext cx="342900" cy="65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194813" y="1843542"/>
            <a:ext cx="5325300" cy="3272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194813" y="5253708"/>
            <a:ext cx="5325300" cy="216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5295286" y="7772028"/>
            <a:ext cx="342900" cy="65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5295286" y="7772028"/>
            <a:ext cx="342900" cy="65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194818" y="1240958"/>
            <a:ext cx="5325300" cy="3420900"/>
          </a:xfrm>
          <a:prstGeom prst="rect">
            <a:avLst/>
          </a:prstGeom>
        </p:spPr>
        <p:txBody>
          <a:bodyPr anchorCtr="0" anchor="b" bIns="88875" lIns="88875" spcFirstLastPara="1" rIns="88875" wrap="square" tIns="8887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194813" y="4723542"/>
            <a:ext cx="5325300" cy="1320900"/>
          </a:xfrm>
          <a:prstGeom prst="rect">
            <a:avLst/>
          </a:prstGeom>
        </p:spPr>
        <p:txBody>
          <a:bodyPr anchorCtr="0" anchor="t" bIns="88875" lIns="88875" spcFirstLastPara="1" rIns="88875" wrap="square" tIns="8887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27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27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27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27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27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27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27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27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27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5295286" y="7772028"/>
            <a:ext cx="342900" cy="656100"/>
          </a:xfrm>
          <a:prstGeom prst="rect">
            <a:avLst/>
          </a:prstGeom>
        </p:spPr>
        <p:txBody>
          <a:bodyPr anchorCtr="0" anchor="ctr" bIns="88875" lIns="88875" spcFirstLastPara="1" rIns="88875" wrap="square" tIns="8887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194813" y="3584750"/>
            <a:ext cx="5325300" cy="1403100"/>
          </a:xfrm>
          <a:prstGeom prst="rect">
            <a:avLst/>
          </a:prstGeom>
        </p:spPr>
        <p:txBody>
          <a:bodyPr anchorCtr="0" anchor="ctr" bIns="88875" lIns="88875" spcFirstLastPara="1" rIns="88875" wrap="square" tIns="8887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5295286" y="7772028"/>
            <a:ext cx="342900" cy="656100"/>
          </a:xfrm>
          <a:prstGeom prst="rect">
            <a:avLst/>
          </a:prstGeom>
        </p:spPr>
        <p:txBody>
          <a:bodyPr anchorCtr="0" anchor="ctr" bIns="88875" lIns="88875" spcFirstLastPara="1" rIns="88875" wrap="square" tIns="8887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194813" y="741708"/>
            <a:ext cx="5325300" cy="954600"/>
          </a:xfrm>
          <a:prstGeom prst="rect">
            <a:avLst/>
          </a:prstGeom>
        </p:spPr>
        <p:txBody>
          <a:bodyPr anchorCtr="0" anchor="t" bIns="88875" lIns="88875" spcFirstLastPara="1" rIns="88875" wrap="square" tIns="8887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" type="body"/>
          </p:nvPr>
        </p:nvSpPr>
        <p:spPr>
          <a:xfrm>
            <a:off x="194813" y="1920792"/>
            <a:ext cx="5325300" cy="5694000"/>
          </a:xfrm>
          <a:prstGeom prst="rect">
            <a:avLst/>
          </a:prstGeom>
        </p:spPr>
        <p:txBody>
          <a:bodyPr anchorCtr="0" anchor="t" bIns="88875" lIns="88875" spcFirstLastPara="1" rIns="88875" wrap="square" tIns="8887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15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15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15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5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5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5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5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500"/>
              </a:spcBef>
              <a:spcAft>
                <a:spcPts val="15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5295286" y="7772028"/>
            <a:ext cx="342900" cy="656100"/>
          </a:xfrm>
          <a:prstGeom prst="rect">
            <a:avLst/>
          </a:prstGeom>
        </p:spPr>
        <p:txBody>
          <a:bodyPr anchorCtr="0" anchor="ctr" bIns="88875" lIns="88875" spcFirstLastPara="1" rIns="88875" wrap="square" tIns="8887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194813" y="741708"/>
            <a:ext cx="5325300" cy="954600"/>
          </a:xfrm>
          <a:prstGeom prst="rect">
            <a:avLst/>
          </a:prstGeom>
        </p:spPr>
        <p:txBody>
          <a:bodyPr anchorCtr="0" anchor="t" bIns="88875" lIns="88875" spcFirstLastPara="1" rIns="88875" wrap="square" tIns="8887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194813" y="1920792"/>
            <a:ext cx="2499900" cy="5694000"/>
          </a:xfrm>
          <a:prstGeom prst="rect">
            <a:avLst/>
          </a:prstGeom>
        </p:spPr>
        <p:txBody>
          <a:bodyPr anchorCtr="0" anchor="t" bIns="88875" lIns="88875" spcFirstLastPara="1" rIns="88875" wrap="square" tIns="8887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5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5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5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5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5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5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5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500"/>
              </a:spcBef>
              <a:spcAft>
                <a:spcPts val="15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3020250" y="1920792"/>
            <a:ext cx="2499900" cy="5694000"/>
          </a:xfrm>
          <a:prstGeom prst="rect">
            <a:avLst/>
          </a:prstGeom>
        </p:spPr>
        <p:txBody>
          <a:bodyPr anchorCtr="0" anchor="t" bIns="88875" lIns="88875" spcFirstLastPara="1" rIns="88875" wrap="square" tIns="8887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5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5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5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5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5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5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5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500"/>
              </a:spcBef>
              <a:spcAft>
                <a:spcPts val="15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5295286" y="7772028"/>
            <a:ext cx="342900" cy="656100"/>
          </a:xfrm>
          <a:prstGeom prst="rect">
            <a:avLst/>
          </a:prstGeom>
        </p:spPr>
        <p:txBody>
          <a:bodyPr anchorCtr="0" anchor="ctr" bIns="88875" lIns="88875" spcFirstLastPara="1" rIns="88875" wrap="square" tIns="8887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194813" y="741708"/>
            <a:ext cx="5325300" cy="954600"/>
          </a:xfrm>
          <a:prstGeom prst="rect">
            <a:avLst/>
          </a:prstGeom>
        </p:spPr>
        <p:txBody>
          <a:bodyPr anchorCtr="0" anchor="t" bIns="88875" lIns="88875" spcFirstLastPara="1" rIns="88875" wrap="square" tIns="8887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5295286" y="7772028"/>
            <a:ext cx="342900" cy="656100"/>
          </a:xfrm>
          <a:prstGeom prst="rect">
            <a:avLst/>
          </a:prstGeom>
        </p:spPr>
        <p:txBody>
          <a:bodyPr anchorCtr="0" anchor="ctr" bIns="88875" lIns="88875" spcFirstLastPara="1" rIns="88875" wrap="square" tIns="8887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194813" y="926000"/>
            <a:ext cx="1755000" cy="1259400"/>
          </a:xfrm>
          <a:prstGeom prst="rect">
            <a:avLst/>
          </a:prstGeom>
        </p:spPr>
        <p:txBody>
          <a:bodyPr anchorCtr="0" anchor="b" bIns="88875" lIns="88875" spcFirstLastPara="1" rIns="88875" wrap="square" tIns="8887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1pPr>
            <a:lvl2pPr lvl="1" rtl="0"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2pPr>
            <a:lvl3pPr lvl="2" rtl="0"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3pPr>
            <a:lvl4pPr lvl="3" rtl="0"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4pPr>
            <a:lvl5pPr lvl="4" rtl="0"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5pPr>
            <a:lvl6pPr lvl="5" rtl="0"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6pPr>
            <a:lvl7pPr lvl="6" rtl="0"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7pPr>
            <a:lvl8pPr lvl="7" rtl="0"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8pPr>
            <a:lvl9pPr lvl="8" rtl="0"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194813" y="2316000"/>
            <a:ext cx="1755000" cy="5298900"/>
          </a:xfrm>
          <a:prstGeom prst="rect">
            <a:avLst/>
          </a:prstGeom>
        </p:spPr>
        <p:txBody>
          <a:bodyPr anchorCtr="0" anchor="t" bIns="88875" lIns="88875" spcFirstLastPara="1" rIns="88875" wrap="square" tIns="8887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15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5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5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5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5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5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5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500"/>
              </a:spcBef>
              <a:spcAft>
                <a:spcPts val="15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5295286" y="7772028"/>
            <a:ext cx="342900" cy="656100"/>
          </a:xfrm>
          <a:prstGeom prst="rect">
            <a:avLst/>
          </a:prstGeom>
        </p:spPr>
        <p:txBody>
          <a:bodyPr anchorCtr="0" anchor="ctr" bIns="88875" lIns="88875" spcFirstLastPara="1" rIns="88875" wrap="square" tIns="8887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306406" y="750250"/>
            <a:ext cx="3979800" cy="6818100"/>
          </a:xfrm>
          <a:prstGeom prst="rect">
            <a:avLst/>
          </a:prstGeom>
        </p:spPr>
        <p:txBody>
          <a:bodyPr anchorCtr="0" anchor="ctr" bIns="88875" lIns="88875" spcFirstLastPara="1" rIns="88875" wrap="square" tIns="8887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700"/>
              <a:buNone/>
              <a:defRPr sz="4700"/>
            </a:lvl1pPr>
            <a:lvl2pPr lvl="1" rtl="0">
              <a:spcBef>
                <a:spcPts val="0"/>
              </a:spcBef>
              <a:spcAft>
                <a:spcPts val="0"/>
              </a:spcAft>
              <a:buSzPts val="4700"/>
              <a:buNone/>
              <a:defRPr sz="4700"/>
            </a:lvl2pPr>
            <a:lvl3pPr lvl="2" rtl="0">
              <a:spcBef>
                <a:spcPts val="0"/>
              </a:spcBef>
              <a:spcAft>
                <a:spcPts val="0"/>
              </a:spcAft>
              <a:buSzPts val="4700"/>
              <a:buNone/>
              <a:defRPr sz="4700"/>
            </a:lvl3pPr>
            <a:lvl4pPr lvl="3" rtl="0">
              <a:spcBef>
                <a:spcPts val="0"/>
              </a:spcBef>
              <a:spcAft>
                <a:spcPts val="0"/>
              </a:spcAft>
              <a:buSzPts val="4700"/>
              <a:buNone/>
              <a:defRPr sz="4700"/>
            </a:lvl4pPr>
            <a:lvl5pPr lvl="4" rtl="0">
              <a:spcBef>
                <a:spcPts val="0"/>
              </a:spcBef>
              <a:spcAft>
                <a:spcPts val="0"/>
              </a:spcAft>
              <a:buSzPts val="4700"/>
              <a:buNone/>
              <a:defRPr sz="4700"/>
            </a:lvl5pPr>
            <a:lvl6pPr lvl="5" rtl="0">
              <a:spcBef>
                <a:spcPts val="0"/>
              </a:spcBef>
              <a:spcAft>
                <a:spcPts val="0"/>
              </a:spcAft>
              <a:buSzPts val="4700"/>
              <a:buNone/>
              <a:defRPr sz="4700"/>
            </a:lvl6pPr>
            <a:lvl7pPr lvl="6" rtl="0">
              <a:spcBef>
                <a:spcPts val="0"/>
              </a:spcBef>
              <a:spcAft>
                <a:spcPts val="0"/>
              </a:spcAft>
              <a:buSzPts val="4700"/>
              <a:buNone/>
              <a:defRPr sz="4700"/>
            </a:lvl7pPr>
            <a:lvl8pPr lvl="7" rtl="0">
              <a:spcBef>
                <a:spcPts val="0"/>
              </a:spcBef>
              <a:spcAft>
                <a:spcPts val="0"/>
              </a:spcAft>
              <a:buSzPts val="4700"/>
              <a:buNone/>
              <a:defRPr sz="4700"/>
            </a:lvl8pPr>
            <a:lvl9pPr lvl="8" rtl="0">
              <a:spcBef>
                <a:spcPts val="0"/>
              </a:spcBef>
              <a:spcAft>
                <a:spcPts val="0"/>
              </a:spcAft>
              <a:buSzPts val="4700"/>
              <a:buNone/>
              <a:defRPr sz="47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5295286" y="7772028"/>
            <a:ext cx="342900" cy="656100"/>
          </a:xfrm>
          <a:prstGeom prst="rect">
            <a:avLst/>
          </a:prstGeom>
        </p:spPr>
        <p:txBody>
          <a:bodyPr anchorCtr="0" anchor="ctr" bIns="88875" lIns="88875" spcFirstLastPara="1" rIns="88875" wrap="square" tIns="8887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2857500" y="-208"/>
            <a:ext cx="2857500" cy="8572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88875" lIns="88875" spcFirstLastPara="1" rIns="88875" wrap="square" tIns="88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165938" y="2055292"/>
            <a:ext cx="2528400" cy="2470500"/>
          </a:xfrm>
          <a:prstGeom prst="rect">
            <a:avLst/>
          </a:prstGeom>
        </p:spPr>
        <p:txBody>
          <a:bodyPr anchorCtr="0" anchor="b" bIns="88875" lIns="88875" spcFirstLastPara="1" rIns="88875" wrap="square" tIns="8887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165938" y="4671792"/>
            <a:ext cx="2528400" cy="2058600"/>
          </a:xfrm>
          <a:prstGeom prst="rect">
            <a:avLst/>
          </a:prstGeom>
        </p:spPr>
        <p:txBody>
          <a:bodyPr anchorCtr="0" anchor="t" bIns="88875" lIns="88875" spcFirstLastPara="1" rIns="88875" wrap="square" tIns="8887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3087188" y="1206792"/>
            <a:ext cx="2398200" cy="6158400"/>
          </a:xfrm>
          <a:prstGeom prst="rect">
            <a:avLst/>
          </a:prstGeom>
        </p:spPr>
        <p:txBody>
          <a:bodyPr anchorCtr="0" anchor="ctr" bIns="88875" lIns="88875" spcFirstLastPara="1" rIns="88875" wrap="square" tIns="8887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15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15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15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5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5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5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5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500"/>
              </a:spcBef>
              <a:spcAft>
                <a:spcPts val="15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5295286" y="7772028"/>
            <a:ext cx="342900" cy="656100"/>
          </a:xfrm>
          <a:prstGeom prst="rect">
            <a:avLst/>
          </a:prstGeom>
        </p:spPr>
        <p:txBody>
          <a:bodyPr anchorCtr="0" anchor="ctr" bIns="88875" lIns="88875" spcFirstLastPara="1" rIns="88875" wrap="square" tIns="8887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194813" y="7050958"/>
            <a:ext cx="3749400" cy="1008600"/>
          </a:xfrm>
          <a:prstGeom prst="rect">
            <a:avLst/>
          </a:prstGeom>
        </p:spPr>
        <p:txBody>
          <a:bodyPr anchorCtr="0" anchor="ctr" bIns="88875" lIns="88875" spcFirstLastPara="1" rIns="88875" wrap="square" tIns="88875">
            <a:no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5295286" y="7772028"/>
            <a:ext cx="342900" cy="656100"/>
          </a:xfrm>
          <a:prstGeom prst="rect">
            <a:avLst/>
          </a:prstGeom>
        </p:spPr>
        <p:txBody>
          <a:bodyPr anchorCtr="0" anchor="ctr" bIns="88875" lIns="88875" spcFirstLastPara="1" rIns="88875" wrap="square" tIns="8887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194813" y="1843542"/>
            <a:ext cx="5325300" cy="3272400"/>
          </a:xfrm>
          <a:prstGeom prst="rect">
            <a:avLst/>
          </a:prstGeom>
        </p:spPr>
        <p:txBody>
          <a:bodyPr anchorCtr="0" anchor="b" bIns="88875" lIns="88875" spcFirstLastPara="1" rIns="88875" wrap="square" tIns="8887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1700"/>
              <a:buNone/>
              <a:defRPr sz="117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1700"/>
              <a:buNone/>
              <a:defRPr sz="117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1700"/>
              <a:buNone/>
              <a:defRPr sz="117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1700"/>
              <a:buNone/>
              <a:defRPr sz="117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1700"/>
              <a:buNone/>
              <a:defRPr sz="117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1700"/>
              <a:buNone/>
              <a:defRPr sz="117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1700"/>
              <a:buNone/>
              <a:defRPr sz="117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1700"/>
              <a:buNone/>
              <a:defRPr sz="117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1700"/>
              <a:buNone/>
              <a:defRPr sz="117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194813" y="5253708"/>
            <a:ext cx="5325300" cy="2168100"/>
          </a:xfrm>
          <a:prstGeom prst="rect">
            <a:avLst/>
          </a:prstGeom>
        </p:spPr>
        <p:txBody>
          <a:bodyPr anchorCtr="0" anchor="t" bIns="88875" lIns="88875" spcFirstLastPara="1" rIns="88875" wrap="square" tIns="88875">
            <a:noAutofit/>
          </a:bodyPr>
          <a:lstStyle>
            <a:lvl1pPr indent="-342900" lvl="0" marL="457200" rtl="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ctr">
              <a:spcBef>
                <a:spcPts val="15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ctr">
              <a:spcBef>
                <a:spcPts val="15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ctr">
              <a:spcBef>
                <a:spcPts val="15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ctr">
              <a:spcBef>
                <a:spcPts val="15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ctr">
              <a:spcBef>
                <a:spcPts val="15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ctr">
              <a:spcBef>
                <a:spcPts val="15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ctr">
              <a:spcBef>
                <a:spcPts val="15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ctr">
              <a:spcBef>
                <a:spcPts val="1500"/>
              </a:spcBef>
              <a:spcAft>
                <a:spcPts val="15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5295286" y="7772028"/>
            <a:ext cx="342900" cy="656100"/>
          </a:xfrm>
          <a:prstGeom prst="rect">
            <a:avLst/>
          </a:prstGeom>
        </p:spPr>
        <p:txBody>
          <a:bodyPr anchorCtr="0" anchor="ctr" bIns="88875" lIns="88875" spcFirstLastPara="1" rIns="88875" wrap="square" tIns="8887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5295286" y="7772028"/>
            <a:ext cx="342900" cy="656100"/>
          </a:xfrm>
          <a:prstGeom prst="rect">
            <a:avLst/>
          </a:prstGeom>
        </p:spPr>
        <p:txBody>
          <a:bodyPr anchorCtr="0" anchor="ctr" bIns="88875" lIns="88875" spcFirstLastPara="1" rIns="88875" wrap="square" tIns="8887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194813" y="741708"/>
            <a:ext cx="5325300" cy="95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194813" y="1920792"/>
            <a:ext cx="5325300" cy="569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5295286" y="7772028"/>
            <a:ext cx="342900" cy="65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194813" y="741708"/>
            <a:ext cx="5325300" cy="954600"/>
          </a:xfrm>
          <a:prstGeom prst="rect">
            <a:avLst/>
          </a:prstGeom>
          <a:noFill/>
          <a:ln>
            <a:noFill/>
          </a:ln>
        </p:spPr>
        <p:txBody>
          <a:bodyPr anchorCtr="0" anchor="t" bIns="88875" lIns="88875" spcFirstLastPara="1" rIns="88875" wrap="square" tIns="8887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7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7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7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7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7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7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7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7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7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194813" y="1920792"/>
            <a:ext cx="5325300" cy="569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8875" lIns="88875" spcFirstLastPara="1" rIns="88875" wrap="square" tIns="8887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 sz="1400">
                <a:solidFill>
                  <a:schemeClr val="dk2"/>
                </a:solidFill>
              </a:defRPr>
            </a:lvl2pPr>
            <a:lvl3pPr indent="-317500" lvl="2" marL="1371600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 sz="1400">
                <a:solidFill>
                  <a:schemeClr val="dk2"/>
                </a:solidFill>
              </a:defRPr>
            </a:lvl3pPr>
            <a:lvl4pPr indent="-317500" lvl="3" marL="1828800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 sz="1400">
                <a:solidFill>
                  <a:schemeClr val="dk2"/>
                </a:solidFill>
              </a:defRPr>
            </a:lvl4pPr>
            <a:lvl5pPr indent="-317500" lvl="4" marL="2286000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 sz="1400">
                <a:solidFill>
                  <a:schemeClr val="dk2"/>
                </a:solidFill>
              </a:defRPr>
            </a:lvl5pPr>
            <a:lvl6pPr indent="-317500" lvl="5" marL="2743200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 sz="1400">
                <a:solidFill>
                  <a:schemeClr val="dk2"/>
                </a:solidFill>
              </a:defRPr>
            </a:lvl6pPr>
            <a:lvl7pPr indent="-317500" lvl="6" marL="3200400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 sz="1400">
                <a:solidFill>
                  <a:schemeClr val="dk2"/>
                </a:solidFill>
              </a:defRPr>
            </a:lvl7pPr>
            <a:lvl8pPr indent="-317500" lvl="7" marL="3657600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 sz="1400">
                <a:solidFill>
                  <a:schemeClr val="dk2"/>
                </a:solidFill>
              </a:defRPr>
            </a:lvl8pPr>
            <a:lvl9pPr indent="-317500" lvl="8" marL="4114800" rtl="0">
              <a:lnSpc>
                <a:spcPct val="115000"/>
              </a:lnSpc>
              <a:spcBef>
                <a:spcPts val="1500"/>
              </a:spcBef>
              <a:spcAft>
                <a:spcPts val="1500"/>
              </a:spcAft>
              <a:buClr>
                <a:schemeClr val="dk2"/>
              </a:buClr>
              <a:buSzPts val="1400"/>
              <a:buChar char="■"/>
              <a:defRPr sz="14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5295286" y="7772028"/>
            <a:ext cx="342900" cy="65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8875" lIns="88875" spcFirstLastPara="1" rIns="88875" wrap="square" tIns="88875">
            <a:no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medium.com/flutter" TargetMode="External"/><Relationship Id="rId4" Type="http://schemas.openxmlformats.org/officeDocument/2006/relationships/hyperlink" Target="https://github.com/trending" TargetMode="External"/><Relationship Id="rId5" Type="http://schemas.openxmlformats.org/officeDocument/2006/relationships/hyperlink" Target="https://www.youtube.com/playlist?list=PLjxrf2q8roU23XGwz3Km7sQZFTdB996iG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gradcracker.com" TargetMode="External"/><Relationship Id="rId4" Type="http://schemas.openxmlformats.org/officeDocument/2006/relationships/hyperlink" Target="https://www.ratemyplacement.co.uk" TargetMode="External"/><Relationship Id="rId5" Type="http://schemas.openxmlformats.org/officeDocument/2006/relationships/hyperlink" Target="https://www.prospects.ac.uk" TargetMode="External"/><Relationship Id="rId6" Type="http://schemas.openxmlformats.org/officeDocument/2006/relationships/hyperlink" Target="https://www.linkedin.com/jobs/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mailto:mani.ghahremani@port.ac.uk" TargetMode="External"/><Relationship Id="rId4" Type="http://schemas.openxmlformats.org/officeDocument/2006/relationships/hyperlink" Target="https://soc.port.ac.uk/discord" TargetMode="External"/><Relationship Id="rId5" Type="http://schemas.openxmlformats.org/officeDocument/2006/relationships/hyperlink" Target="https://manighahrmani.github.io/sandwich_shop/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portdotacdotuk-my.sharepoint.com/:w:/g/personal/mani_ghahremani_port_ac_uk/IQC9nZoNwb2jT40MnFQPZWVvAVdTK2PGBmZ8jPff30RRyPc" TargetMode="External"/><Relationship Id="rId4" Type="http://schemas.openxmlformats.org/officeDocument/2006/relationships/hyperlink" Target="https://myport.port.ac.uk/my-course/exams/extenuating-circumstances#apply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github.com/signup" TargetMode="External"/><Relationship Id="rId4" Type="http://schemas.openxmlformats.org/officeDocument/2006/relationships/hyperlink" Target="https://education.github.com/pack" TargetMode="External"/><Relationship Id="rId5" Type="http://schemas.openxmlformats.org/officeDocument/2006/relationships/hyperlink" Target="https://myport.port.ac.uk/it-support/student-it-support/university-vpn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docs.flutter.dev/tools/devtools/inspector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forms.cloud.microsoft/e/88jd4UGAui" TargetMode="Externa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 txBox="1"/>
          <p:nvPr>
            <p:ph idx="4294967295" type="title"/>
          </p:nvPr>
        </p:nvSpPr>
        <p:spPr>
          <a:xfrm>
            <a:off x="2501850" y="2857378"/>
            <a:ext cx="3213300" cy="2857500"/>
          </a:xfrm>
          <a:prstGeom prst="rect">
            <a:avLst/>
          </a:prstGeom>
          <a:solidFill>
            <a:srgbClr val="D97706"/>
          </a:solidFill>
        </p:spPr>
        <p:txBody>
          <a:bodyPr anchorCtr="0" anchor="ctr" bIns="88875" lIns="88875" spcFirstLastPara="1" rIns="88875" wrap="square" tIns="888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lt1"/>
                </a:solidFill>
              </a:rPr>
              <a:t>Overview</a:t>
            </a:r>
            <a:endParaRPr b="1" sz="2000">
              <a:solidFill>
                <a:schemeClr val="lt1"/>
              </a:solidFill>
            </a:endParaRPr>
          </a:p>
        </p:txBody>
      </p:sp>
      <p:sp>
        <p:nvSpPr>
          <p:cNvPr id="100" name="Google Shape;100;p25"/>
          <p:cNvSpPr txBox="1"/>
          <p:nvPr>
            <p:ph type="ctrTitle"/>
          </p:nvPr>
        </p:nvSpPr>
        <p:spPr>
          <a:xfrm>
            <a:off x="99825" y="0"/>
            <a:ext cx="2321100" cy="4311000"/>
          </a:xfrm>
          <a:prstGeom prst="rect">
            <a:avLst/>
          </a:prstGeom>
        </p:spPr>
        <p:txBody>
          <a:bodyPr anchorCtr="0" anchor="ctr" bIns="88875" lIns="88875" spcFirstLastPara="1" rIns="88875" wrap="square" tIns="88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300"/>
              <a:t>PAPL (M30235) UXDI (M32605)</a:t>
            </a:r>
            <a:endParaRPr b="1" sz="2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/>
              <a:t>Lecture 1</a:t>
            </a:r>
            <a:endParaRPr sz="2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/>
              <a:t>Welcome</a:t>
            </a:r>
            <a:endParaRPr sz="2300"/>
          </a:p>
        </p:txBody>
      </p:sp>
      <p:sp>
        <p:nvSpPr>
          <p:cNvPr id="101" name="Google Shape;101;p25"/>
          <p:cNvSpPr txBox="1"/>
          <p:nvPr>
            <p:ph idx="4294967295" type="title"/>
          </p:nvPr>
        </p:nvSpPr>
        <p:spPr>
          <a:xfrm>
            <a:off x="2501850" y="-123"/>
            <a:ext cx="3213300" cy="2857500"/>
          </a:xfrm>
          <a:prstGeom prst="rect">
            <a:avLst/>
          </a:prstGeom>
          <a:solidFill>
            <a:srgbClr val="0A2540"/>
          </a:solidFill>
        </p:spPr>
        <p:txBody>
          <a:bodyPr anchorCtr="0" anchor="ctr" bIns="88875" lIns="88875" spcFirstLastPara="1" rIns="88875" wrap="square" tIns="888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FFFF"/>
                </a:solidFill>
              </a:rPr>
              <a:t>Preamble</a:t>
            </a:r>
            <a:endParaRPr b="1" sz="2000">
              <a:solidFill>
                <a:srgbClr val="FFFFFF"/>
              </a:solidFill>
            </a:endParaRPr>
          </a:p>
        </p:txBody>
      </p:sp>
      <p:sp>
        <p:nvSpPr>
          <p:cNvPr id="102" name="Google Shape;102;p25"/>
          <p:cNvSpPr txBox="1"/>
          <p:nvPr>
            <p:ph idx="4294967295" type="title"/>
          </p:nvPr>
        </p:nvSpPr>
        <p:spPr>
          <a:xfrm>
            <a:off x="2501850" y="5714878"/>
            <a:ext cx="3213300" cy="28575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88875" lIns="88875" spcFirstLastPara="1" rIns="88875" wrap="square" tIns="888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/>
              <a:t>Assessment</a:t>
            </a:r>
            <a:endParaRPr b="1" sz="2000"/>
          </a:p>
        </p:txBody>
      </p:sp>
      <p:pic>
        <p:nvPicPr>
          <p:cNvPr id="103" name="Google Shape;10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0305" y="6764586"/>
            <a:ext cx="680140" cy="7580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6"/>
          <p:cNvSpPr txBox="1"/>
          <p:nvPr>
            <p:ph idx="4294967295" type="title"/>
          </p:nvPr>
        </p:nvSpPr>
        <p:spPr>
          <a:xfrm>
            <a:off x="0" y="0"/>
            <a:ext cx="5715000" cy="8572500"/>
          </a:xfrm>
          <a:prstGeom prst="rect">
            <a:avLst/>
          </a:prstGeom>
          <a:solidFill>
            <a:srgbClr val="0A2540"/>
          </a:solidFill>
        </p:spPr>
        <p:txBody>
          <a:bodyPr anchorCtr="0" anchor="ctr" bIns="88875" lIns="88875" spcFirstLastPara="1" rIns="88875" wrap="square" tIns="888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2000">
                <a:solidFill>
                  <a:schemeClr val="lt1"/>
                </a:solidFill>
              </a:rPr>
              <a:t>Preamble</a:t>
            </a:r>
            <a:endParaRPr b="1" sz="22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7"/>
          <p:cNvSpPr txBox="1"/>
          <p:nvPr>
            <p:ph type="title"/>
          </p:nvPr>
        </p:nvSpPr>
        <p:spPr>
          <a:xfrm rot="-5400000">
            <a:off x="-4098750" y="4098525"/>
            <a:ext cx="8568600" cy="371100"/>
          </a:xfrm>
          <a:prstGeom prst="rect">
            <a:avLst/>
          </a:prstGeom>
          <a:solidFill>
            <a:srgbClr val="0A2540"/>
          </a:solidFill>
        </p:spPr>
        <p:txBody>
          <a:bodyPr anchorCtr="0" anchor="ctr" bIns="88875" lIns="88875" spcFirstLastPara="1" rIns="88875" wrap="square" tIns="88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2000">
                <a:solidFill>
                  <a:schemeClr val="lt1"/>
                </a:solidFill>
              </a:rPr>
              <a:t>Preamble</a:t>
            </a:r>
            <a:endParaRPr b="1" sz="2200">
              <a:solidFill>
                <a:schemeClr val="lt1"/>
              </a:solidFill>
            </a:endParaRPr>
          </a:p>
        </p:txBody>
      </p:sp>
      <p:sp>
        <p:nvSpPr>
          <p:cNvPr id="114" name="Google Shape;114;p27"/>
          <p:cNvSpPr txBox="1"/>
          <p:nvPr/>
        </p:nvSpPr>
        <p:spPr>
          <a:xfrm>
            <a:off x="540000" y="360000"/>
            <a:ext cx="49803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/>
              <a:t>Preamble</a:t>
            </a:r>
            <a:endParaRPr sz="2800"/>
          </a:p>
        </p:txBody>
      </p:sp>
      <p:sp>
        <p:nvSpPr>
          <p:cNvPr id="115" name="Google Shape;115;p27"/>
          <p:cNvSpPr txBox="1"/>
          <p:nvPr/>
        </p:nvSpPr>
        <p:spPr>
          <a:xfrm>
            <a:off x="540000" y="1440000"/>
            <a:ext cx="5175000" cy="47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365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I need tech news from you!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I will provide you some of my own.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Most of you should consider doing a placement next year, so I’d like these lectures to help.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To get started, Flutter blog: </a:t>
            </a:r>
            <a:r>
              <a:rPr lang="en-GB" sz="1700" u="sng">
                <a:solidFill>
                  <a:schemeClr val="hlink"/>
                </a:solidFill>
                <a:hlinkClick r:id="rId3"/>
              </a:rPr>
              <a:t>medium.com/flutter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GitHub Trending </a:t>
            </a:r>
            <a:r>
              <a:rPr lang="en-GB" sz="1700" u="sng">
                <a:solidFill>
                  <a:schemeClr val="hlink"/>
                </a:solidFill>
                <a:hlinkClick r:id="rId4"/>
              </a:rPr>
              <a:t>github.com/trending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Widget of the Week </a:t>
            </a:r>
            <a:r>
              <a:rPr lang="en-GB" sz="1700" u="sng">
                <a:solidFill>
                  <a:schemeClr val="hlink"/>
                </a:solidFill>
                <a:hlinkClick r:id="rId5"/>
              </a:rPr>
              <a:t>youtube.com/playlist?list=PLjxrf2q8roU23XGwz3Km7sQZFTdB996iG</a:t>
            </a:r>
            <a:endParaRPr sz="17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8"/>
          <p:cNvSpPr txBox="1"/>
          <p:nvPr>
            <p:ph type="title"/>
          </p:nvPr>
        </p:nvSpPr>
        <p:spPr>
          <a:xfrm rot="-5400000">
            <a:off x="-4098750" y="4098525"/>
            <a:ext cx="8568600" cy="371100"/>
          </a:xfrm>
          <a:prstGeom prst="rect">
            <a:avLst/>
          </a:prstGeom>
          <a:solidFill>
            <a:srgbClr val="0A2540"/>
          </a:solidFill>
        </p:spPr>
        <p:txBody>
          <a:bodyPr anchorCtr="0" anchor="ctr" bIns="88875" lIns="88875" spcFirstLastPara="1" rIns="88875" wrap="square" tIns="88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2000">
                <a:solidFill>
                  <a:schemeClr val="lt1"/>
                </a:solidFill>
              </a:rPr>
              <a:t>Preamble</a:t>
            </a:r>
            <a:endParaRPr b="1" sz="2200">
              <a:solidFill>
                <a:schemeClr val="lt1"/>
              </a:solidFill>
            </a:endParaRPr>
          </a:p>
        </p:txBody>
      </p:sp>
      <p:sp>
        <p:nvSpPr>
          <p:cNvPr id="121" name="Google Shape;121;p28"/>
          <p:cNvSpPr txBox="1"/>
          <p:nvPr/>
        </p:nvSpPr>
        <p:spPr>
          <a:xfrm>
            <a:off x="540000" y="360000"/>
            <a:ext cx="49803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/>
              <a:t>Preamble</a:t>
            </a:r>
            <a:endParaRPr sz="2800"/>
          </a:p>
        </p:txBody>
      </p:sp>
      <p:sp>
        <p:nvSpPr>
          <p:cNvPr id="122" name="Google Shape;122;p28"/>
          <p:cNvSpPr txBox="1"/>
          <p:nvPr/>
        </p:nvSpPr>
        <p:spPr>
          <a:xfrm>
            <a:off x="540000" y="1440000"/>
            <a:ext cx="5175000" cy="33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365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Job sites:</a:t>
            </a:r>
            <a:endParaRPr sz="1700">
              <a:solidFill>
                <a:schemeClr val="dk1"/>
              </a:solidFill>
            </a:endParaRPr>
          </a:p>
          <a:p>
            <a:pPr indent="-336550" lvl="1" marL="9144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○"/>
            </a:pPr>
            <a:r>
              <a:rPr lang="en-GB" sz="1700">
                <a:solidFill>
                  <a:schemeClr val="dk1"/>
                </a:solidFill>
              </a:rPr>
              <a:t>Gradcracker: </a:t>
            </a:r>
            <a:r>
              <a:rPr lang="en-GB" sz="1700" u="sng">
                <a:solidFill>
                  <a:schemeClr val="hlink"/>
                </a:solidFill>
                <a:hlinkClick r:id="rId3"/>
              </a:rPr>
              <a:t>gradcracker.com</a:t>
            </a:r>
            <a:r>
              <a:rPr lang="en-GB" sz="1700">
                <a:solidFill>
                  <a:schemeClr val="dk1"/>
                </a:solidFill>
              </a:rPr>
              <a:t> RateMyPlacement: </a:t>
            </a:r>
            <a:r>
              <a:rPr lang="en-GB" sz="1700" u="sng">
                <a:solidFill>
                  <a:schemeClr val="hlink"/>
                </a:solidFill>
                <a:hlinkClick r:id="rId4"/>
              </a:rPr>
              <a:t>ratemyplacement.co.uk</a:t>
            </a:r>
            <a:endParaRPr sz="1700">
              <a:solidFill>
                <a:schemeClr val="dk1"/>
              </a:solidFill>
            </a:endParaRPr>
          </a:p>
          <a:p>
            <a:pPr indent="-336550" lvl="1" marL="9144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○"/>
            </a:pPr>
            <a:r>
              <a:rPr lang="en-GB" sz="1700">
                <a:solidFill>
                  <a:schemeClr val="dk1"/>
                </a:solidFill>
              </a:rPr>
              <a:t>Prospects: </a:t>
            </a:r>
            <a:r>
              <a:rPr lang="en-GB" sz="1700" u="sng">
                <a:solidFill>
                  <a:schemeClr val="hlink"/>
                </a:solidFill>
                <a:hlinkClick r:id="rId5"/>
              </a:rPr>
              <a:t>prospects.ac.uk</a:t>
            </a:r>
            <a:endParaRPr sz="1700">
              <a:solidFill>
                <a:schemeClr val="dk1"/>
              </a:solidFill>
            </a:endParaRPr>
          </a:p>
          <a:p>
            <a:pPr indent="-336550" lvl="1" marL="9144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○"/>
            </a:pPr>
            <a:r>
              <a:rPr lang="en-GB" sz="1700">
                <a:solidFill>
                  <a:schemeClr val="dk1"/>
                </a:solidFill>
              </a:rPr>
              <a:t>LinkedIn Jobs: </a:t>
            </a:r>
            <a:r>
              <a:rPr lang="en-GB" sz="1700" u="sng">
                <a:solidFill>
                  <a:schemeClr val="hlink"/>
                </a:solidFill>
                <a:hlinkClick r:id="rId6"/>
              </a:rPr>
              <a:t>linkedin.com/jobs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Use these terms: 'placement', 'industrial year'.</a:t>
            </a:r>
            <a:endParaRPr sz="17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9"/>
          <p:cNvSpPr txBox="1"/>
          <p:nvPr>
            <p:ph idx="4294967295" type="title"/>
          </p:nvPr>
        </p:nvSpPr>
        <p:spPr>
          <a:xfrm>
            <a:off x="0" y="0"/>
            <a:ext cx="5715000" cy="8572500"/>
          </a:xfrm>
          <a:prstGeom prst="rect">
            <a:avLst/>
          </a:prstGeom>
          <a:solidFill>
            <a:srgbClr val="D97706"/>
          </a:solidFill>
        </p:spPr>
        <p:txBody>
          <a:bodyPr anchorCtr="0" anchor="ctr" bIns="88875" lIns="88875" spcFirstLastPara="1" rIns="88875" wrap="square" tIns="888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2000">
                <a:solidFill>
                  <a:schemeClr val="lt1"/>
                </a:solidFill>
              </a:rPr>
              <a:t>Overview</a:t>
            </a:r>
            <a:endParaRPr b="1" sz="22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0"/>
          <p:cNvSpPr txBox="1"/>
          <p:nvPr>
            <p:ph type="title"/>
          </p:nvPr>
        </p:nvSpPr>
        <p:spPr>
          <a:xfrm rot="-5400000">
            <a:off x="-4098750" y="4098525"/>
            <a:ext cx="8568600" cy="371100"/>
          </a:xfrm>
          <a:prstGeom prst="rect">
            <a:avLst/>
          </a:prstGeom>
          <a:solidFill>
            <a:srgbClr val="D97706"/>
          </a:solidFill>
        </p:spPr>
        <p:txBody>
          <a:bodyPr anchorCtr="0" anchor="ctr" bIns="88875" lIns="88875" spcFirstLastPara="1" rIns="88875" wrap="square" tIns="88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2000">
                <a:solidFill>
                  <a:schemeClr val="lt1"/>
                </a:solidFill>
              </a:rPr>
              <a:t>Overview</a:t>
            </a:r>
            <a:endParaRPr b="1" sz="2200">
              <a:solidFill>
                <a:srgbClr val="FFFFFF"/>
              </a:solidFill>
            </a:endParaRPr>
          </a:p>
        </p:txBody>
      </p:sp>
      <p:sp>
        <p:nvSpPr>
          <p:cNvPr id="133" name="Google Shape;133;p30"/>
          <p:cNvSpPr txBox="1"/>
          <p:nvPr/>
        </p:nvSpPr>
        <p:spPr>
          <a:xfrm>
            <a:off x="540000" y="360000"/>
            <a:ext cx="49803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/>
              <a:t>Overview</a:t>
            </a:r>
            <a:endParaRPr sz="2800"/>
          </a:p>
        </p:txBody>
      </p:sp>
      <p:sp>
        <p:nvSpPr>
          <p:cNvPr id="134" name="Google Shape;134;p30"/>
          <p:cNvSpPr txBox="1"/>
          <p:nvPr/>
        </p:nvSpPr>
        <p:spPr>
          <a:xfrm>
            <a:off x="540000" y="1440000"/>
            <a:ext cx="5175000" cy="68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365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Just call me Mani.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Email: </a:t>
            </a:r>
            <a:r>
              <a:rPr lang="en-GB" sz="1700" u="sng">
                <a:solidFill>
                  <a:schemeClr val="hlink"/>
                </a:solidFill>
                <a:hlinkClick r:id="rId3"/>
              </a:rPr>
              <a:t>mani.ghahremani@port.ac.uk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“DrMani” on Discord: </a:t>
            </a:r>
            <a:r>
              <a:rPr lang="en-GB" sz="1700" u="sng">
                <a:solidFill>
                  <a:schemeClr val="hlink"/>
                </a:solidFill>
                <a:hlinkClick r:id="rId4"/>
              </a:rPr>
              <a:t>soc.port.ac.uk/discord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I teach the first </a:t>
            </a:r>
            <a:r>
              <a:rPr lang="en-GB" sz="1700">
                <a:solidFill>
                  <a:schemeClr val="dk1"/>
                </a:solidFill>
              </a:rPr>
              <a:t>half, Teaching Block 1 (TB1).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Homepage: </a:t>
            </a:r>
            <a:r>
              <a:rPr lang="en-GB" sz="1700" u="sng">
                <a:solidFill>
                  <a:schemeClr val="hlink"/>
                </a:solidFill>
                <a:hlinkClick r:id="rId5"/>
              </a:rPr>
              <a:t>manighahrmani.github.io/sandwich_shop/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'sandwich_shop' because the worksheets build a sandwich shop app.</a:t>
            </a:r>
            <a:endParaRPr sz="17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1-hour lectures and 1-hour practicals per week for 10 weeks (schedule on homepage).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No optional drop-ins.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Worksheet 1 this week (21-25/09/2026).</a:t>
            </a:r>
            <a:endParaRPr sz="17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1"/>
          <p:cNvSpPr txBox="1"/>
          <p:nvPr>
            <p:ph idx="4294967295" type="title"/>
          </p:nvPr>
        </p:nvSpPr>
        <p:spPr>
          <a:xfrm>
            <a:off x="0" y="0"/>
            <a:ext cx="5715000" cy="8572500"/>
          </a:xfrm>
          <a:prstGeom prst="rect">
            <a:avLst/>
          </a:prstGeom>
          <a:solidFill>
            <a:srgbClr val="FEF3C7"/>
          </a:solidFill>
        </p:spPr>
        <p:txBody>
          <a:bodyPr anchorCtr="0" anchor="ctr" bIns="88875" lIns="88875" spcFirstLastPara="1" rIns="88875" wrap="square" tIns="888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/>
              <a:t>Assessment</a:t>
            </a:r>
            <a:endParaRPr b="1" sz="22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2"/>
          <p:cNvSpPr txBox="1"/>
          <p:nvPr>
            <p:ph type="title"/>
          </p:nvPr>
        </p:nvSpPr>
        <p:spPr>
          <a:xfrm rot="-5400000">
            <a:off x="-4098750" y="4098525"/>
            <a:ext cx="8568600" cy="371100"/>
          </a:xfrm>
          <a:prstGeom prst="rect">
            <a:avLst/>
          </a:prstGeom>
          <a:solidFill>
            <a:srgbClr val="FEF3C7"/>
          </a:solidFill>
        </p:spPr>
        <p:txBody>
          <a:bodyPr anchorCtr="0" anchor="ctr" bIns="88875" lIns="88875" spcFirstLastPara="1" rIns="88875" wrap="square" tIns="88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2000"/>
              <a:t>Assessment</a:t>
            </a:r>
            <a:endParaRPr b="1" sz="2200"/>
          </a:p>
        </p:txBody>
      </p:sp>
      <p:sp>
        <p:nvSpPr>
          <p:cNvPr id="145" name="Google Shape;145;p32"/>
          <p:cNvSpPr txBox="1"/>
          <p:nvPr/>
        </p:nvSpPr>
        <p:spPr>
          <a:xfrm>
            <a:off x="540000" y="360000"/>
            <a:ext cx="49803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/>
              <a:t>Assessment</a:t>
            </a:r>
            <a:endParaRPr sz="2800"/>
          </a:p>
        </p:txBody>
      </p:sp>
      <p:sp>
        <p:nvSpPr>
          <p:cNvPr id="146" name="Google Shape;146;p32"/>
          <p:cNvSpPr txBox="1"/>
          <p:nvPr/>
        </p:nvSpPr>
        <p:spPr>
          <a:xfrm>
            <a:off x="540000" y="1440000"/>
            <a:ext cx="5175000" cy="69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365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Item 1 = 50% of the module.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Assessed in five demos, but the mark for the top </a:t>
            </a:r>
            <a:r>
              <a:rPr lang="en-GB" sz="1700">
                <a:solidFill>
                  <a:schemeClr val="dk1"/>
                </a:solidFill>
              </a:rPr>
              <a:t>four counts </a:t>
            </a:r>
            <a:r>
              <a:rPr lang="en-GB" sz="1700">
                <a:solidFill>
                  <a:schemeClr val="dk1"/>
                </a:solidFill>
              </a:rPr>
              <a:t>(each demo = 25% of Item 1).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Miss one: no harm (best four count). Miss two: mark capped.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Each 25% demo has a mark for functionality (9%), code quality (8%), and your understanding of your own work (8%).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Full detail: </a:t>
            </a:r>
            <a:r>
              <a:rPr lang="en-GB" sz="1700" u="sng">
                <a:solidFill>
                  <a:schemeClr val="hlink"/>
                </a:solidFill>
                <a:hlinkClick r:id="rId3"/>
              </a:rPr>
              <a:t>Assessment Guide</a:t>
            </a:r>
            <a:r>
              <a:rPr lang="en-GB" sz="1700">
                <a:solidFill>
                  <a:schemeClr val="dk1"/>
                </a:solidFill>
              </a:rPr>
              <a:t>.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Demo</a:t>
            </a:r>
            <a:r>
              <a:rPr lang="en-GB" sz="1700">
                <a:solidFill>
                  <a:schemeClr val="dk1"/>
                </a:solidFill>
              </a:rPr>
              <a:t> 1</a:t>
            </a:r>
            <a:r>
              <a:rPr lang="en-GB" sz="1700">
                <a:solidFill>
                  <a:schemeClr val="dk1"/>
                </a:solidFill>
              </a:rPr>
              <a:t> window: complete by Friday 2 October 2026.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Extenuating Circumstances: </a:t>
            </a:r>
            <a:r>
              <a:rPr lang="en-GB" sz="1700" u="sng">
                <a:solidFill>
                  <a:schemeClr val="hlink"/>
                </a:solidFill>
                <a:hlinkClick r:id="rId4"/>
              </a:rPr>
              <a:t>submit an ECF</a:t>
            </a:r>
            <a:r>
              <a:rPr lang="en-GB" sz="1700">
                <a:solidFill>
                  <a:schemeClr val="dk1"/>
                </a:solidFill>
              </a:rPr>
              <a:t> early; email me if approved.</a:t>
            </a:r>
            <a:endParaRPr sz="17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3"/>
          <p:cNvSpPr txBox="1"/>
          <p:nvPr>
            <p:ph type="title"/>
          </p:nvPr>
        </p:nvSpPr>
        <p:spPr>
          <a:xfrm rot="-5400000">
            <a:off x="-4098750" y="4098525"/>
            <a:ext cx="8568600" cy="371100"/>
          </a:xfrm>
          <a:prstGeom prst="rect">
            <a:avLst/>
          </a:prstGeom>
          <a:solidFill>
            <a:srgbClr val="FEF3C7"/>
          </a:solidFill>
        </p:spPr>
        <p:txBody>
          <a:bodyPr anchorCtr="0" anchor="ctr" bIns="88875" lIns="88875" spcFirstLastPara="1" rIns="88875" wrap="square" tIns="88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2000"/>
              <a:t>Assessment</a:t>
            </a:r>
            <a:endParaRPr b="1" sz="2200"/>
          </a:p>
        </p:txBody>
      </p:sp>
      <p:sp>
        <p:nvSpPr>
          <p:cNvPr id="152" name="Google Shape;152;p33"/>
          <p:cNvSpPr txBox="1"/>
          <p:nvPr/>
        </p:nvSpPr>
        <p:spPr>
          <a:xfrm>
            <a:off x="540000" y="360000"/>
            <a:ext cx="49803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/>
              <a:t>Assessment</a:t>
            </a:r>
            <a:endParaRPr sz="2800"/>
          </a:p>
        </p:txBody>
      </p:sp>
      <p:sp>
        <p:nvSpPr>
          <p:cNvPr id="153" name="Google Shape;153;p33"/>
          <p:cNvSpPr txBox="1"/>
          <p:nvPr/>
        </p:nvSpPr>
        <p:spPr>
          <a:xfrm>
            <a:off x="540000" y="1440000"/>
            <a:ext cx="5175000" cy="592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365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Submit the repo link on Moodle before the first demo, then attend the practical for the demo.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You aren’t submitting code; you are submitting a link to a GitHub repository.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Sign up to GH: </a:t>
            </a:r>
            <a:r>
              <a:rPr lang="en-GB" sz="1700" u="sng">
                <a:solidFill>
                  <a:schemeClr val="hlink"/>
                </a:solidFill>
                <a:hlinkClick r:id="rId3"/>
              </a:rPr>
              <a:t>github.com/signup</a:t>
            </a:r>
            <a:r>
              <a:rPr lang="en-GB" sz="1700">
                <a:solidFill>
                  <a:schemeClr val="dk1"/>
                </a:solidFill>
              </a:rPr>
              <a:t> – use a personal email, not uni.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Get your GitHub Student Developer Pack: </a:t>
            </a:r>
            <a:r>
              <a:rPr lang="en-GB" sz="1700" u="sng">
                <a:solidFill>
                  <a:schemeClr val="hlink"/>
                </a:solidFill>
                <a:hlinkClick r:id="rId4"/>
              </a:rPr>
              <a:t>education.github.com/pack</a:t>
            </a:r>
            <a:r>
              <a:rPr lang="en-GB" sz="1700">
                <a:solidFill>
                  <a:schemeClr val="dk1"/>
                </a:solidFill>
              </a:rPr>
              <a:t> (needs student ID, on-campus or </a:t>
            </a:r>
            <a:r>
              <a:rPr lang="en-GB" sz="1700" u="sng">
                <a:solidFill>
                  <a:schemeClr val="hlink"/>
                </a:solidFill>
                <a:hlinkClick r:id="rId5"/>
              </a:rPr>
              <a:t>University of Portsmouth VPN</a:t>
            </a:r>
            <a:r>
              <a:rPr lang="en-GB" sz="1700">
                <a:solidFill>
                  <a:schemeClr val="dk1"/>
                </a:solidFill>
              </a:rPr>
              <a:t>).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You can use your own device to develop if you </a:t>
            </a:r>
            <a:r>
              <a:rPr lang="en-GB" sz="1700">
                <a:solidFill>
                  <a:schemeClr val="dk1"/>
                </a:solidFill>
              </a:rPr>
              <a:t>have</a:t>
            </a:r>
            <a:r>
              <a:rPr lang="en-GB" sz="1700">
                <a:solidFill>
                  <a:schemeClr val="dk1"/>
                </a:solidFill>
              </a:rPr>
              <a:t> good specs (CPU and RAM).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Or use the university machines.</a:t>
            </a:r>
            <a:endParaRPr sz="17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4"/>
          <p:cNvSpPr txBox="1"/>
          <p:nvPr>
            <p:ph type="title"/>
          </p:nvPr>
        </p:nvSpPr>
        <p:spPr>
          <a:xfrm rot="-5400000">
            <a:off x="-4098750" y="4098525"/>
            <a:ext cx="8568600" cy="371100"/>
          </a:xfrm>
          <a:prstGeom prst="rect">
            <a:avLst/>
          </a:prstGeom>
          <a:solidFill>
            <a:srgbClr val="FEF3C7"/>
          </a:solidFill>
        </p:spPr>
        <p:txBody>
          <a:bodyPr anchorCtr="0" anchor="ctr" bIns="88875" lIns="88875" spcFirstLastPara="1" rIns="88875" wrap="square" tIns="88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2000"/>
              <a:t>Assessment</a:t>
            </a:r>
            <a:endParaRPr b="1" sz="2200"/>
          </a:p>
        </p:txBody>
      </p:sp>
      <p:sp>
        <p:nvSpPr>
          <p:cNvPr id="159" name="Google Shape;159;p34"/>
          <p:cNvSpPr txBox="1"/>
          <p:nvPr/>
        </p:nvSpPr>
        <p:spPr>
          <a:xfrm>
            <a:off x="540000" y="360000"/>
            <a:ext cx="49803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/>
              <a:t>Assessment</a:t>
            </a:r>
            <a:endParaRPr sz="2800"/>
          </a:p>
        </p:txBody>
      </p:sp>
      <p:sp>
        <p:nvSpPr>
          <p:cNvPr id="160" name="Google Shape;160;p34"/>
          <p:cNvSpPr txBox="1"/>
          <p:nvPr/>
        </p:nvSpPr>
        <p:spPr>
          <a:xfrm>
            <a:off x="540000" y="1440000"/>
            <a:ext cx="5175000" cy="462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365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You may use Copilot/AI, but you must be able to explain everything you submit.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Understanding is 8% of Item 1 and is asked live.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Learn by hand; get a good working knowledge first.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You can branch out, speed up and automate once you understand everything.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Time for a little demo.</a:t>
            </a:r>
            <a:endParaRPr sz="17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5"/>
          <p:cNvSpPr txBox="1"/>
          <p:nvPr>
            <p:ph type="title"/>
          </p:nvPr>
        </p:nvSpPr>
        <p:spPr>
          <a:xfrm rot="-5400000">
            <a:off x="-4098750" y="4098525"/>
            <a:ext cx="8568600" cy="371100"/>
          </a:xfrm>
          <a:prstGeom prst="rect">
            <a:avLst/>
          </a:prstGeom>
          <a:solidFill>
            <a:srgbClr val="FEF3C7"/>
          </a:solidFill>
        </p:spPr>
        <p:txBody>
          <a:bodyPr anchorCtr="0" anchor="ctr" bIns="88875" lIns="88875" spcFirstLastPara="1" rIns="88875" wrap="square" tIns="88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2000"/>
              <a:t>Assessment</a:t>
            </a:r>
            <a:endParaRPr b="1" sz="2200"/>
          </a:p>
        </p:txBody>
      </p:sp>
      <p:sp>
        <p:nvSpPr>
          <p:cNvPr id="166" name="Google Shape;166;p35"/>
          <p:cNvSpPr txBox="1"/>
          <p:nvPr/>
        </p:nvSpPr>
        <p:spPr>
          <a:xfrm>
            <a:off x="540000" y="360000"/>
            <a:ext cx="49803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/>
              <a:t>Assessment</a:t>
            </a:r>
            <a:endParaRPr sz="2800"/>
          </a:p>
        </p:txBody>
      </p:sp>
      <p:sp>
        <p:nvSpPr>
          <p:cNvPr id="167" name="Google Shape;167;p35"/>
          <p:cNvSpPr txBox="1"/>
          <p:nvPr/>
        </p:nvSpPr>
        <p:spPr>
          <a:xfrm>
            <a:off x="540000" y="1440000"/>
            <a:ext cx="5175000" cy="67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365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Create an app, run it in Chrome, switch devices, commit, and push to GitHub.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Widget inspector demo: </a:t>
            </a:r>
            <a:r>
              <a:rPr lang="en-GB" sz="1700" u="sng">
                <a:solidFill>
                  <a:schemeClr val="hlink"/>
                </a:solidFill>
                <a:hlinkClick r:id="rId3"/>
              </a:rPr>
              <a:t>docs.flutter.dev/tools/devtools/inspector</a:t>
            </a:r>
            <a:r>
              <a:rPr lang="en-GB" sz="1700">
                <a:solidFill>
                  <a:schemeClr val="dk1"/>
                </a:solidFill>
              </a:rPr>
              <a:t>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VS Code features:</a:t>
            </a:r>
            <a:endParaRPr sz="1700">
              <a:solidFill>
                <a:schemeClr val="dk1"/>
              </a:solidFill>
            </a:endParaRPr>
          </a:p>
          <a:p>
            <a:pPr indent="-336550" lvl="1" marL="9144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○"/>
            </a:pPr>
            <a:r>
              <a:rPr lang="en-GB" sz="1700">
                <a:solidFill>
                  <a:schemeClr val="dk1"/>
                </a:solidFill>
              </a:rPr>
              <a:t>IntelliSense</a:t>
            </a:r>
            <a:endParaRPr sz="1700">
              <a:solidFill>
                <a:schemeClr val="dk1"/>
              </a:solidFill>
            </a:endParaRPr>
          </a:p>
          <a:p>
            <a:pPr indent="-336550" lvl="1" marL="9144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○"/>
            </a:pPr>
            <a:r>
              <a:rPr lang="en-GB" sz="1700">
                <a:solidFill>
                  <a:schemeClr val="dk1"/>
                </a:solidFill>
              </a:rPr>
              <a:t>Member/completion after dot, seeing suggestions (autocomplete)</a:t>
            </a:r>
            <a:endParaRPr sz="1700">
              <a:solidFill>
                <a:schemeClr val="dk1"/>
              </a:solidFill>
            </a:endParaRPr>
          </a:p>
          <a:p>
            <a:pPr indent="-336550" lvl="1" marL="9144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○"/>
            </a:pPr>
            <a:r>
              <a:rPr lang="en-GB" sz="1700">
                <a:solidFill>
                  <a:schemeClr val="dk1"/>
                </a:solidFill>
              </a:rPr>
              <a:t>Parameter hints (signature help) and hover / quick info (docs on hover)</a:t>
            </a:r>
            <a:endParaRPr sz="1700">
              <a:solidFill>
                <a:schemeClr val="dk1"/>
              </a:solidFill>
            </a:endParaRPr>
          </a:p>
          <a:p>
            <a:pPr indent="-336550" lvl="1" marL="9144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○"/>
            </a:pPr>
            <a:r>
              <a:rPr lang="en-GB" sz="1700">
                <a:solidFill>
                  <a:schemeClr val="dk1"/>
                </a:solidFill>
              </a:rPr>
              <a:t>Rename symbol (F2)</a:t>
            </a:r>
            <a:endParaRPr sz="1700">
              <a:solidFill>
                <a:schemeClr val="dk1"/>
              </a:solidFill>
            </a:endParaRPr>
          </a:p>
          <a:p>
            <a:pPr indent="-336550" lvl="1" marL="9144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○"/>
            </a:pPr>
            <a:r>
              <a:rPr lang="en-GB" sz="1700">
                <a:solidFill>
                  <a:schemeClr val="dk1"/>
                </a:solidFill>
              </a:rPr>
              <a:t>Quick fix / lightbulb (Cmd .)</a:t>
            </a:r>
            <a:endParaRPr sz="1700">
              <a:solidFill>
                <a:schemeClr val="dk1"/>
              </a:solidFill>
            </a:endParaRPr>
          </a:p>
          <a:p>
            <a:pPr indent="-336550" lvl="1" marL="9144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○"/>
            </a:pPr>
            <a:r>
              <a:rPr lang="en-GB" sz="1700">
                <a:solidFill>
                  <a:schemeClr val="dk1"/>
                </a:solidFill>
              </a:rPr>
              <a:t>Format-on-save</a:t>
            </a:r>
            <a:endParaRPr sz="1700">
              <a:solidFill>
                <a:schemeClr val="dk1"/>
              </a:solidFill>
            </a:endParaRPr>
          </a:p>
          <a:p>
            <a:pPr indent="-336550" lvl="1" marL="914400" rtl="0" algn="l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700"/>
              <a:buChar char="○"/>
            </a:pPr>
            <a:r>
              <a:rPr lang="en-GB" sz="1700">
                <a:solidFill>
                  <a:schemeClr val="dk1"/>
                </a:solidFill>
              </a:rPr>
              <a:t>Hot reload vs hot restart.</a:t>
            </a:r>
            <a:endParaRPr sz="17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6"/>
          <p:cNvSpPr txBox="1"/>
          <p:nvPr>
            <p:ph type="title"/>
          </p:nvPr>
        </p:nvSpPr>
        <p:spPr>
          <a:xfrm>
            <a:off x="194813" y="741708"/>
            <a:ext cx="5325300" cy="954600"/>
          </a:xfrm>
          <a:prstGeom prst="rect">
            <a:avLst/>
          </a:prstGeom>
        </p:spPr>
        <p:txBody>
          <a:bodyPr anchorCtr="0" anchor="t" bIns="88875" lIns="88875" spcFirstLastPara="1" rIns="88875" wrap="square" tIns="88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/>
              <a:t>Module feedback</a:t>
            </a:r>
            <a:endParaRPr/>
          </a:p>
        </p:txBody>
      </p:sp>
      <p:sp>
        <p:nvSpPr>
          <p:cNvPr id="173" name="Google Shape;173;p36"/>
          <p:cNvSpPr txBox="1"/>
          <p:nvPr>
            <p:ph idx="1" type="body"/>
          </p:nvPr>
        </p:nvSpPr>
        <p:spPr>
          <a:xfrm>
            <a:off x="194825" y="1920800"/>
            <a:ext cx="5435400" cy="5694000"/>
          </a:xfrm>
          <a:prstGeom prst="rect">
            <a:avLst/>
          </a:prstGeom>
          <a:ln>
            <a:noFill/>
          </a:ln>
        </p:spPr>
        <p:txBody>
          <a:bodyPr anchorCtr="0" anchor="t" bIns="88875" lIns="88875" spcFirstLastPara="1" rIns="88875" wrap="square" tIns="88875">
            <a:noAutofit/>
          </a:bodyPr>
          <a:lstStyle/>
          <a:p>
            <a:pPr indent="-336550" lvl="0" marL="45720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Give us your feedback, comments, criticisms, or insults by filling out the following form.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35714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It’s anonymous; you need to sign in via your student account, but your details aren’t recorded.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35714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sz="1700">
                <a:solidFill>
                  <a:schemeClr val="dk1"/>
                </a:solidFill>
              </a:rPr>
              <a:t>Use this link or the QR code: </a:t>
            </a:r>
            <a:r>
              <a:rPr lang="en-GB" u="sng">
                <a:solidFill>
                  <a:schemeClr val="hlink"/>
                </a:solidFill>
                <a:hlinkClick r:id="rId3"/>
              </a:rPr>
              <a:t>forms.cloud.microsoft/e/88jd4UGAui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500"/>
              </a:spcAft>
              <a:buNone/>
            </a:pPr>
            <a:r>
              <a:t/>
            </a:r>
            <a:endParaRPr/>
          </a:p>
        </p:txBody>
      </p:sp>
      <p:pic>
        <p:nvPicPr>
          <p:cNvPr id="174" name="Google Shape;174;p36" title="QRCode for Flutter Module Feedback For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63638" y="4635875"/>
            <a:ext cx="3297776" cy="32977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FF5733"/>
      </a:accent3>
      <a:accent4>
        <a:srgbClr val="34D1BF"/>
      </a:accent4>
      <a:accent5>
        <a:srgbClr val="F9E79F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