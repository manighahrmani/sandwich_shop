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8572500" cx="5715000"/>
  <p:notesSz cx="6858000" cy="9144000"/>
  <p:embeddedFontLst>
    <p:embeddedFont>
      <p:font typeface="Roboto Mon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700">
          <p15:clr>
            <a:srgbClr val="A4A3A4"/>
          </p15:clr>
        </p15:guide>
        <p15:guide id="2" pos="340">
          <p15:clr>
            <a:srgbClr val="A4A3A4"/>
          </p15:clr>
        </p15:guide>
        <p15:guide id="3" pos="227">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ni Gh"/>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700" orient="horz"/>
        <p:guide pos="340"/>
        <p:guide pos="227"/>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font" Target="fonts/RobotoMono-regular.fntdata"/><Relationship Id="rId26" Type="http://schemas.openxmlformats.org/officeDocument/2006/relationships/font" Target="fonts/RobotoMono-bold.fntdata"/><Relationship Id="rId27" Type="http://schemas.openxmlformats.org/officeDocument/2006/relationships/font" Target="fonts/RobotoMono-italic.fntdata"/><Relationship Id="rId28" Type="http://schemas.openxmlformats.org/officeDocument/2006/relationships/font" Target="fonts/RobotoMono-boldItalic.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5T23:08:06.401">
    <p:pos x="340" y="907"/>
    <p:text>Or packages like go_route
https://pub.dev/packages/go_route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5T23:45:23.515">
    <p:pos x="340" y="907"/>
    <p:text>Classes have constructors.
Named constructors are of the format where "name" can be any name:
ClassName.name();
Class members are marked private if they start with an underscore. So private named constructors that are hidden (no one can construct this class).
The name "internal" is just a convention; you can use any name.
And "instance" is the only member that is public, that already holds an instance of the class (made using the named constructor).
Everyone can and should only use instance.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a6b21d61a4_1_237: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a6b21d61a4_1_2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a922a615a_1_5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a922a615a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3c6607f17795faeb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3c6607f17795fae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6cbbed88ae687368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6cbbed88ae68736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6cbbed88ae687368_0_33: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6cbbed88ae687368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h6cbbed88ae687368_0_4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h6cbbed88ae687368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6cbbed88ae687368_0_6: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h6cbbed88ae687368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25f7524da5d_0_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25f7524da5d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a6b21d61a4_1_5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a6b21d61a4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6cbbed88ae687368_0_2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h6cbbed88ae68736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h1f755145b02bb3d7_0_8: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h1f755145b02bb3d7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a922a615a_1_1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fa922a615a_1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fa922a615a_1_4: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fa922a615a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h6cbbed88ae687368_0_27: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h6cbbed88ae687368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f8e5763648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f8e57636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 On GitHub, create an empty public repository called </a:t>
            </a:r>
            <a:r>
              <a:rPr lang="en-GB">
                <a:solidFill>
                  <a:srgbClr val="188038"/>
                </a:solidFill>
                <a:latin typeface="Roboto Mono"/>
                <a:ea typeface="Roboto Mono"/>
                <a:cs typeface="Roboto Mono"/>
                <a:sym typeface="Roboto Mono"/>
              </a:rPr>
              <a:t>pr-demo</a:t>
            </a:r>
            <a:r>
              <a:rPr lang="en-GB"/>
              <a:t> (no README).</a:t>
            </a:r>
            <a:endParaRPr/>
          </a:p>
          <a:p>
            <a:pPr indent="0" lvl="0" marL="0" rtl="0" algn="l">
              <a:spcBef>
                <a:spcPts val="0"/>
              </a:spcBef>
              <a:spcAft>
                <a:spcPts val="0"/>
              </a:spcAft>
              <a:buNone/>
            </a:pPr>
            <a:r>
              <a:rPr lang="en-GB"/>
              <a:t>Create a fresh throwaway local repository and push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mkdir pr-demo &amp;&amp; cd pr-demo</a:t>
            </a:r>
            <a:endParaRPr/>
          </a:p>
          <a:p>
            <a:pPr indent="0" lvl="0" marL="0" rtl="0" algn="l">
              <a:spcBef>
                <a:spcPts val="0"/>
              </a:spcBef>
              <a:spcAft>
                <a:spcPts val="0"/>
              </a:spcAft>
              <a:buNone/>
            </a:pPr>
            <a:r>
              <a:rPr lang="en-GB"/>
              <a:t>    git init -b main</a:t>
            </a:r>
            <a:endParaRPr/>
          </a:p>
          <a:p>
            <a:pPr indent="0" lvl="0" marL="0" rtl="0" algn="l">
              <a:spcBef>
                <a:spcPts val="0"/>
              </a:spcBef>
              <a:spcAft>
                <a:spcPts val="0"/>
              </a:spcAft>
              <a:buNone/>
            </a:pPr>
            <a:r>
              <a:rPr lang="en-GB"/>
              <a:t>    echo "Hello"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add greeting"</a:t>
            </a:r>
            <a:endParaRPr/>
          </a:p>
          <a:p>
            <a:pPr indent="0" lvl="0" marL="0" rtl="0" algn="l">
              <a:spcBef>
                <a:spcPts val="0"/>
              </a:spcBef>
              <a:spcAft>
                <a:spcPts val="0"/>
              </a:spcAft>
              <a:buNone/>
            </a:pPr>
            <a:r>
              <a:rPr lang="en-GB"/>
              <a:t>    git remote add origin https://github.com/YOUR-USERNAME/pr-demo.git</a:t>
            </a:r>
            <a:endParaRPr/>
          </a:p>
          <a:p>
            <a:pPr indent="0" lvl="0" marL="0" rtl="0" algn="l">
              <a:spcBef>
                <a:spcPts val="0"/>
              </a:spcBef>
              <a:spcAft>
                <a:spcPts val="0"/>
              </a:spcAft>
              <a:buNone/>
            </a:pPr>
            <a:r>
              <a:rPr lang="en-GB"/>
              <a:t>    git push -u origin main</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Create a branch and change the file on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git checkout -b improve-greeting</a:t>
            </a:r>
            <a:endParaRPr/>
          </a:p>
          <a:p>
            <a:pPr indent="0" lvl="0" marL="0" rtl="0" algn="l">
              <a:spcBef>
                <a:spcPts val="0"/>
              </a:spcBef>
              <a:spcAft>
                <a:spcPts val="0"/>
              </a:spcAft>
              <a:buNone/>
            </a:pPr>
            <a:r>
              <a:rPr lang="en-GB"/>
              <a:t>    echo "Hello, everyone"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improve greeting"</a:t>
            </a:r>
            <a:endParaRPr/>
          </a:p>
          <a:p>
            <a:pPr indent="0" lvl="0" marL="0" rtl="0" algn="l">
              <a:spcBef>
                <a:spcPts val="0"/>
              </a:spcBef>
              <a:spcAft>
                <a:spcPts val="0"/>
              </a:spcAft>
              <a:buNone/>
            </a:pPr>
            <a:r>
              <a:rPr lang="en-GB"/>
              <a:t>    git push -u origin improve-greeting</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On GitHub, select Compare &amp; pull request.</a:t>
            </a:r>
            <a:endParaRPr/>
          </a:p>
          <a:p>
            <a:pPr indent="0" lvl="0" marL="0" rtl="0" algn="l">
              <a:spcBef>
                <a:spcPts val="0"/>
              </a:spcBef>
              <a:spcAft>
                <a:spcPts val="0"/>
              </a:spcAft>
              <a:buNone/>
            </a:pPr>
            <a:r>
              <a:rPr lang="en-GB"/>
              <a:t>See that the base is </a:t>
            </a:r>
            <a:r>
              <a:rPr lang="en-GB">
                <a:solidFill>
                  <a:srgbClr val="188038"/>
                </a:solidFill>
                <a:latin typeface="Roboto Mono"/>
                <a:ea typeface="Roboto Mono"/>
                <a:cs typeface="Roboto Mono"/>
                <a:sym typeface="Roboto Mono"/>
              </a:rPr>
              <a:t>main</a:t>
            </a:r>
            <a:r>
              <a:rPr lang="en-GB"/>
              <a:t> and the compare branch is </a:t>
            </a:r>
            <a:r>
              <a:rPr lang="en-GB">
                <a:solidFill>
                  <a:srgbClr val="188038"/>
                </a:solidFill>
                <a:latin typeface="Roboto Mono"/>
                <a:ea typeface="Roboto Mono"/>
                <a:cs typeface="Roboto Mono"/>
                <a:sym typeface="Roboto Mono"/>
              </a:rPr>
              <a:t>improve-greeting</a:t>
            </a:r>
            <a:r>
              <a:rPr lang="en-GB"/>
              <a:t>.</a:t>
            </a:r>
            <a:endParaRPr/>
          </a:p>
          <a:p>
            <a:pPr indent="0" lvl="0" marL="0" rtl="0" algn="l">
              <a:spcBef>
                <a:spcPts val="0"/>
              </a:spcBef>
              <a:spcAft>
                <a:spcPts val="0"/>
              </a:spcAft>
              <a:buNone/>
            </a:pPr>
            <a:r>
              <a:rPr lang="en-GB"/>
              <a:t>Add a short title and description, then select Create pull request.</a:t>
            </a:r>
            <a:endParaRPr/>
          </a:p>
          <a:p>
            <a:pPr indent="0" lvl="0" marL="0" rtl="0" algn="l">
              <a:spcBef>
                <a:spcPts val="0"/>
              </a:spcBef>
              <a:spcAft>
                <a:spcPts val="0"/>
              </a:spcAft>
              <a:buNone/>
            </a:pPr>
            <a:r>
              <a:rPr lang="en-GB"/>
              <a:t>Note that opening a pull request does not change </a:t>
            </a:r>
            <a:r>
              <a:rPr lang="en-GB">
                <a:solidFill>
                  <a:srgbClr val="188038"/>
                </a:solidFill>
                <a:latin typeface="Roboto Mono"/>
                <a:ea typeface="Roboto Mono"/>
                <a:cs typeface="Roboto Mono"/>
                <a:sym typeface="Roboto Mono"/>
              </a:rPr>
              <a:t>main</a:t>
            </a:r>
            <a:r>
              <a:rPr lang="en-GB"/>
              <a:t>.</a:t>
            </a:r>
            <a:endParaRPr/>
          </a:p>
          <a:p>
            <a:pPr indent="0" lvl="0" marL="0" rtl="0" algn="l">
              <a:spcBef>
                <a:spcPts val="0"/>
              </a:spcBef>
              <a:spcAft>
                <a:spcPts val="0"/>
              </a:spcAft>
              <a:buNone/>
            </a:pPr>
            <a:r>
              <a:rPr lang="en-GB"/>
              <a:t>See that </a:t>
            </a:r>
            <a:r>
              <a:rPr lang="en-GB">
                <a:solidFill>
                  <a:srgbClr val="188038"/>
                </a:solidFill>
                <a:latin typeface="Roboto Mono"/>
                <a:ea typeface="Roboto Mono"/>
                <a:cs typeface="Roboto Mono"/>
                <a:sym typeface="Roboto Mono"/>
              </a:rPr>
              <a:t>greeting.txt</a:t>
            </a:r>
            <a:r>
              <a:rPr lang="en-GB"/>
              <a:t> on </a:t>
            </a:r>
            <a:r>
              <a:rPr lang="en-GB">
                <a:solidFill>
                  <a:srgbClr val="188038"/>
                </a:solidFill>
                <a:latin typeface="Roboto Mono"/>
                <a:ea typeface="Roboto Mono"/>
                <a:cs typeface="Roboto Mono"/>
                <a:sym typeface="Roboto Mono"/>
              </a:rPr>
              <a:t>main</a:t>
            </a:r>
            <a:r>
              <a:rPr lang="en-GB"/>
              <a:t> still says "Hello".</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Open the Files changed tab and leave a comment on the changed line, for example "Add a full stop".</a:t>
            </a:r>
            <a:endParaRPr/>
          </a:p>
          <a:p>
            <a:pPr indent="0" lvl="0" marL="0" rtl="0" algn="l">
              <a:spcBef>
                <a:spcPts val="0"/>
              </a:spcBef>
              <a:spcAft>
                <a:spcPts val="0"/>
              </a:spcAft>
              <a:buNone/>
            </a:pPr>
            <a:r>
              <a:rPr lang="en-GB"/>
              <a:t>Fix the issue mentioned in this comment on the same branch and push again: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echo "Hello, everyone."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add full stop to greeting"</a:t>
            </a:r>
            <a:endParaRPr/>
          </a:p>
          <a:p>
            <a:pPr indent="0" lvl="0" marL="0" rtl="0" algn="l">
              <a:spcBef>
                <a:spcPts val="0"/>
              </a:spcBef>
              <a:spcAft>
                <a:spcPts val="0"/>
              </a:spcAft>
              <a:buNone/>
            </a:pPr>
            <a:r>
              <a:rPr lang="en-GB"/>
              <a:t>    git push</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See </a:t>
            </a:r>
            <a:r>
              <a:rPr lang="en-GB"/>
              <a:t>that the new commit appears in the same pull request; there is no need to open another one.</a:t>
            </a:r>
            <a:endParaRPr/>
          </a:p>
          <a:p>
            <a:pPr indent="0" lvl="0" marL="0" rtl="0" algn="l">
              <a:spcBef>
                <a:spcPts val="0"/>
              </a:spcBef>
              <a:spcAft>
                <a:spcPts val="0"/>
              </a:spcAft>
              <a:buNone/>
            </a:pPr>
            <a:r>
              <a:rPr lang="en-GB"/>
              <a:t>Select Merge pull request, then Confirm merge.</a:t>
            </a:r>
            <a:endParaRPr/>
          </a:p>
          <a:p>
            <a:pPr indent="0" lvl="0" marL="0" rtl="0" algn="l">
              <a:spcBef>
                <a:spcPts val="0"/>
              </a:spcBef>
              <a:spcAft>
                <a:spcPts val="0"/>
              </a:spcAft>
              <a:buNone/>
            </a:pPr>
            <a:r>
              <a:rPr lang="en-GB"/>
              <a:t>Update the local copy and show the history:</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git checkout main</a:t>
            </a:r>
            <a:endParaRPr/>
          </a:p>
          <a:p>
            <a:pPr indent="0" lvl="0" marL="0" rtl="0" algn="l">
              <a:spcBef>
                <a:spcPts val="0"/>
              </a:spcBef>
              <a:spcAft>
                <a:spcPts val="0"/>
              </a:spcAft>
              <a:buNone/>
            </a:pPr>
            <a:r>
              <a:rPr lang="en-GB"/>
              <a:t>    git pull</a:t>
            </a:r>
            <a:endParaRPr/>
          </a:p>
          <a:p>
            <a:pPr indent="0" lvl="0" marL="0" rtl="0" algn="l">
              <a:spcBef>
                <a:spcPts val="0"/>
              </a:spcBef>
              <a:spcAft>
                <a:spcPts val="0"/>
              </a:spcAft>
              <a:buNone/>
            </a:pPr>
            <a:r>
              <a:rPr lang="en-GB"/>
              <a:t>    git log --oneline --graph --all</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summary, </a:t>
            </a:r>
            <a:r>
              <a:rPr lang="en-GB"/>
              <a:t>merging on GitHub does not change your local copy until you pull.</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h1eddc00e62debbeb_5_1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h1eddc00e62debbeb_5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ba8f7da0b_1_9: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fba8f7da0b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194818" y="1240958"/>
            <a:ext cx="5325300" cy="34209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194813" y="4723542"/>
            <a:ext cx="5325300" cy="13209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194813" y="3584750"/>
            <a:ext cx="5325300" cy="14031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194813" y="1920792"/>
            <a:ext cx="5325300" cy="56940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194813" y="1920792"/>
            <a:ext cx="2499900" cy="5694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3020250" y="1920792"/>
            <a:ext cx="2499900" cy="5694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194813" y="926000"/>
            <a:ext cx="1755000" cy="12594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194813" y="2316000"/>
            <a:ext cx="1755000" cy="529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306406" y="750250"/>
            <a:ext cx="3979800" cy="68181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2857500" y="-208"/>
            <a:ext cx="2857500" cy="8572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165938" y="2055292"/>
            <a:ext cx="2528100" cy="24705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165938" y="4671792"/>
            <a:ext cx="2528100" cy="2058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3087188" y="1206792"/>
            <a:ext cx="2398200" cy="61584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194813" y="7050958"/>
            <a:ext cx="3749400" cy="10086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194813" y="1843542"/>
            <a:ext cx="5325300" cy="32724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194813" y="5253708"/>
            <a:ext cx="5325300" cy="21681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txBox="1"/>
          <p:nvPr>
            <p:ph type="ctrTitle"/>
          </p:nvPr>
        </p:nvSpPr>
        <p:spPr>
          <a:xfrm>
            <a:off x="194818" y="1240958"/>
            <a:ext cx="5325300" cy="34209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5000"/>
              <a:buNone/>
              <a:defRPr sz="5000"/>
            </a:lvl1pPr>
            <a:lvl2pPr lvl="1" rtl="0" algn="ctr">
              <a:spcBef>
                <a:spcPts val="0"/>
              </a:spcBef>
              <a:spcAft>
                <a:spcPts val="0"/>
              </a:spcAft>
              <a:buSzPts val="5000"/>
              <a:buNone/>
              <a:defRPr sz="5000"/>
            </a:lvl2pPr>
            <a:lvl3pPr lvl="2" rtl="0" algn="ctr">
              <a:spcBef>
                <a:spcPts val="0"/>
              </a:spcBef>
              <a:spcAft>
                <a:spcPts val="0"/>
              </a:spcAft>
              <a:buSzPts val="5000"/>
              <a:buNone/>
              <a:defRPr sz="5000"/>
            </a:lvl3pPr>
            <a:lvl4pPr lvl="3" rtl="0" algn="ctr">
              <a:spcBef>
                <a:spcPts val="0"/>
              </a:spcBef>
              <a:spcAft>
                <a:spcPts val="0"/>
              </a:spcAft>
              <a:buSzPts val="5000"/>
              <a:buNone/>
              <a:defRPr sz="5000"/>
            </a:lvl4pPr>
            <a:lvl5pPr lvl="4" rtl="0" algn="ctr">
              <a:spcBef>
                <a:spcPts val="0"/>
              </a:spcBef>
              <a:spcAft>
                <a:spcPts val="0"/>
              </a:spcAft>
              <a:buSzPts val="5000"/>
              <a:buNone/>
              <a:defRPr sz="5000"/>
            </a:lvl5pPr>
            <a:lvl6pPr lvl="5" rtl="0" algn="ctr">
              <a:spcBef>
                <a:spcPts val="0"/>
              </a:spcBef>
              <a:spcAft>
                <a:spcPts val="0"/>
              </a:spcAft>
              <a:buSzPts val="5000"/>
              <a:buNone/>
              <a:defRPr sz="5000"/>
            </a:lvl6pPr>
            <a:lvl7pPr lvl="6" rtl="0" algn="ctr">
              <a:spcBef>
                <a:spcPts val="0"/>
              </a:spcBef>
              <a:spcAft>
                <a:spcPts val="0"/>
              </a:spcAft>
              <a:buSzPts val="5000"/>
              <a:buNone/>
              <a:defRPr sz="5000"/>
            </a:lvl7pPr>
            <a:lvl8pPr lvl="7" rtl="0" algn="ctr">
              <a:spcBef>
                <a:spcPts val="0"/>
              </a:spcBef>
              <a:spcAft>
                <a:spcPts val="0"/>
              </a:spcAft>
              <a:buSzPts val="5000"/>
              <a:buNone/>
              <a:defRPr sz="5000"/>
            </a:lvl8pPr>
            <a:lvl9pPr lvl="8" rtl="0" algn="ctr">
              <a:spcBef>
                <a:spcPts val="0"/>
              </a:spcBef>
              <a:spcAft>
                <a:spcPts val="0"/>
              </a:spcAft>
              <a:buSzPts val="5000"/>
              <a:buNone/>
              <a:defRPr sz="5000"/>
            </a:lvl9pPr>
          </a:lstStyle>
          <a:p/>
        </p:txBody>
      </p:sp>
      <p:sp>
        <p:nvSpPr>
          <p:cNvPr id="56" name="Google Shape;56;p14"/>
          <p:cNvSpPr txBox="1"/>
          <p:nvPr>
            <p:ph idx="1" type="subTitle"/>
          </p:nvPr>
        </p:nvSpPr>
        <p:spPr>
          <a:xfrm>
            <a:off x="194813" y="4723542"/>
            <a:ext cx="5325300" cy="1320900"/>
          </a:xfrm>
          <a:prstGeom prst="rect">
            <a:avLst/>
          </a:prstGeom>
        </p:spPr>
        <p:txBody>
          <a:bodyPr anchorCtr="0" anchor="t" bIns="88875" lIns="88875" spcFirstLastPara="1" rIns="88875" wrap="square" tIns="88875">
            <a:noAutofit/>
          </a:bodyPr>
          <a:lstStyle>
            <a:lvl1pPr lvl="0" rtl="0" algn="ctr">
              <a:lnSpc>
                <a:spcPct val="100000"/>
              </a:lnSpc>
              <a:spcBef>
                <a:spcPts val="0"/>
              </a:spcBef>
              <a:spcAft>
                <a:spcPts val="0"/>
              </a:spcAft>
              <a:buSzPts val="2700"/>
              <a:buNone/>
              <a:defRPr sz="2700"/>
            </a:lvl1pPr>
            <a:lvl2pPr lvl="1" rtl="0" algn="ctr">
              <a:lnSpc>
                <a:spcPct val="100000"/>
              </a:lnSpc>
              <a:spcBef>
                <a:spcPts val="0"/>
              </a:spcBef>
              <a:spcAft>
                <a:spcPts val="0"/>
              </a:spcAft>
              <a:buSzPts val="2700"/>
              <a:buNone/>
              <a:defRPr sz="2700"/>
            </a:lvl2pPr>
            <a:lvl3pPr lvl="2" rtl="0" algn="ctr">
              <a:lnSpc>
                <a:spcPct val="100000"/>
              </a:lnSpc>
              <a:spcBef>
                <a:spcPts val="0"/>
              </a:spcBef>
              <a:spcAft>
                <a:spcPts val="0"/>
              </a:spcAft>
              <a:buSzPts val="2700"/>
              <a:buNone/>
              <a:defRPr sz="2700"/>
            </a:lvl3pPr>
            <a:lvl4pPr lvl="3" rtl="0" algn="ctr">
              <a:lnSpc>
                <a:spcPct val="100000"/>
              </a:lnSpc>
              <a:spcBef>
                <a:spcPts val="0"/>
              </a:spcBef>
              <a:spcAft>
                <a:spcPts val="0"/>
              </a:spcAft>
              <a:buSzPts val="2700"/>
              <a:buNone/>
              <a:defRPr sz="2700"/>
            </a:lvl4pPr>
            <a:lvl5pPr lvl="4" rtl="0" algn="ctr">
              <a:lnSpc>
                <a:spcPct val="100000"/>
              </a:lnSpc>
              <a:spcBef>
                <a:spcPts val="0"/>
              </a:spcBef>
              <a:spcAft>
                <a:spcPts val="0"/>
              </a:spcAft>
              <a:buSzPts val="2700"/>
              <a:buNone/>
              <a:defRPr sz="2700"/>
            </a:lvl5pPr>
            <a:lvl6pPr lvl="5" rtl="0" algn="ctr">
              <a:lnSpc>
                <a:spcPct val="100000"/>
              </a:lnSpc>
              <a:spcBef>
                <a:spcPts val="0"/>
              </a:spcBef>
              <a:spcAft>
                <a:spcPts val="0"/>
              </a:spcAft>
              <a:buSzPts val="2700"/>
              <a:buNone/>
              <a:defRPr sz="2700"/>
            </a:lvl6pPr>
            <a:lvl7pPr lvl="6" rtl="0" algn="ctr">
              <a:lnSpc>
                <a:spcPct val="100000"/>
              </a:lnSpc>
              <a:spcBef>
                <a:spcPts val="0"/>
              </a:spcBef>
              <a:spcAft>
                <a:spcPts val="0"/>
              </a:spcAft>
              <a:buSzPts val="2700"/>
              <a:buNone/>
              <a:defRPr sz="2700"/>
            </a:lvl7pPr>
            <a:lvl8pPr lvl="7" rtl="0" algn="ctr">
              <a:lnSpc>
                <a:spcPct val="100000"/>
              </a:lnSpc>
              <a:spcBef>
                <a:spcPts val="0"/>
              </a:spcBef>
              <a:spcAft>
                <a:spcPts val="0"/>
              </a:spcAft>
              <a:buSzPts val="2700"/>
              <a:buNone/>
              <a:defRPr sz="2700"/>
            </a:lvl8pPr>
            <a:lvl9pPr lvl="8" rtl="0" algn="ctr">
              <a:lnSpc>
                <a:spcPct val="100000"/>
              </a:lnSpc>
              <a:spcBef>
                <a:spcPts val="0"/>
              </a:spcBef>
              <a:spcAft>
                <a:spcPts val="0"/>
              </a:spcAft>
              <a:buSzPts val="2700"/>
              <a:buNone/>
              <a:defRPr sz="2700"/>
            </a:lvl9pPr>
          </a:lstStyle>
          <a:p/>
        </p:txBody>
      </p:sp>
      <p:sp>
        <p:nvSpPr>
          <p:cNvPr id="57" name="Google Shape;57;p14"/>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5"/>
          <p:cNvSpPr txBox="1"/>
          <p:nvPr>
            <p:ph type="title"/>
          </p:nvPr>
        </p:nvSpPr>
        <p:spPr>
          <a:xfrm>
            <a:off x="194813" y="3584750"/>
            <a:ext cx="5325300" cy="1403100"/>
          </a:xfrm>
          <a:prstGeom prst="rect">
            <a:avLst/>
          </a:prstGeom>
        </p:spPr>
        <p:txBody>
          <a:bodyPr anchorCtr="0" anchor="ctr" bIns="88875" lIns="88875" spcFirstLastPara="1" rIns="88875" wrap="square" tIns="88875">
            <a:noAutofit/>
          </a:bodyPr>
          <a:lstStyle>
            <a:lvl1pPr lvl="0" rtl="0" algn="ctr">
              <a:spcBef>
                <a:spcPts val="0"/>
              </a:spcBef>
              <a:spcAft>
                <a:spcPts val="0"/>
              </a:spcAft>
              <a:buSzPts val="3500"/>
              <a:buNone/>
              <a:defRPr sz="3500"/>
            </a:lvl1pPr>
            <a:lvl2pPr lvl="1" rtl="0" algn="ctr">
              <a:spcBef>
                <a:spcPts val="0"/>
              </a:spcBef>
              <a:spcAft>
                <a:spcPts val="0"/>
              </a:spcAft>
              <a:buSzPts val="3500"/>
              <a:buNone/>
              <a:defRPr sz="3500"/>
            </a:lvl2pPr>
            <a:lvl3pPr lvl="2" rtl="0" algn="ctr">
              <a:spcBef>
                <a:spcPts val="0"/>
              </a:spcBef>
              <a:spcAft>
                <a:spcPts val="0"/>
              </a:spcAft>
              <a:buSzPts val="3500"/>
              <a:buNone/>
              <a:defRPr sz="3500"/>
            </a:lvl3pPr>
            <a:lvl4pPr lvl="3" rtl="0" algn="ctr">
              <a:spcBef>
                <a:spcPts val="0"/>
              </a:spcBef>
              <a:spcAft>
                <a:spcPts val="0"/>
              </a:spcAft>
              <a:buSzPts val="3500"/>
              <a:buNone/>
              <a:defRPr sz="3500"/>
            </a:lvl4pPr>
            <a:lvl5pPr lvl="4" rtl="0" algn="ctr">
              <a:spcBef>
                <a:spcPts val="0"/>
              </a:spcBef>
              <a:spcAft>
                <a:spcPts val="0"/>
              </a:spcAft>
              <a:buSzPts val="3500"/>
              <a:buNone/>
              <a:defRPr sz="3500"/>
            </a:lvl5pPr>
            <a:lvl6pPr lvl="5" rtl="0" algn="ctr">
              <a:spcBef>
                <a:spcPts val="0"/>
              </a:spcBef>
              <a:spcAft>
                <a:spcPts val="0"/>
              </a:spcAft>
              <a:buSzPts val="3500"/>
              <a:buNone/>
              <a:defRPr sz="3500"/>
            </a:lvl6pPr>
            <a:lvl7pPr lvl="6" rtl="0" algn="ctr">
              <a:spcBef>
                <a:spcPts val="0"/>
              </a:spcBef>
              <a:spcAft>
                <a:spcPts val="0"/>
              </a:spcAft>
              <a:buSzPts val="3500"/>
              <a:buNone/>
              <a:defRPr sz="3500"/>
            </a:lvl7pPr>
            <a:lvl8pPr lvl="7" rtl="0" algn="ctr">
              <a:spcBef>
                <a:spcPts val="0"/>
              </a:spcBef>
              <a:spcAft>
                <a:spcPts val="0"/>
              </a:spcAft>
              <a:buSzPts val="3500"/>
              <a:buNone/>
              <a:defRPr sz="3500"/>
            </a:lvl8pPr>
            <a:lvl9pPr lvl="8" rtl="0" algn="ctr">
              <a:spcBef>
                <a:spcPts val="0"/>
              </a:spcBef>
              <a:spcAft>
                <a:spcPts val="0"/>
              </a:spcAft>
              <a:buSzPts val="3500"/>
              <a:buNone/>
              <a:defRPr sz="3500"/>
            </a:lvl9pPr>
          </a:lstStyle>
          <a:p/>
        </p:txBody>
      </p:sp>
      <p:sp>
        <p:nvSpPr>
          <p:cNvPr id="60" name="Google Shape;60;p15"/>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1" name="Shape 61"/>
        <p:cNvGrpSpPr/>
        <p:nvPr/>
      </p:nvGrpSpPr>
      <p:grpSpPr>
        <a:xfrm>
          <a:off x="0" y="0"/>
          <a:ext cx="0" cy="0"/>
          <a:chOff x="0" y="0"/>
          <a:chExt cx="0" cy="0"/>
        </a:xfrm>
      </p:grpSpPr>
      <p:sp>
        <p:nvSpPr>
          <p:cNvPr id="62" name="Google Shape;62;p16"/>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63" name="Google Shape;63;p16"/>
          <p:cNvSpPr txBox="1"/>
          <p:nvPr>
            <p:ph idx="1" type="body"/>
          </p:nvPr>
        </p:nvSpPr>
        <p:spPr>
          <a:xfrm>
            <a:off x="194813" y="1920792"/>
            <a:ext cx="5325300" cy="5694000"/>
          </a:xfrm>
          <a:prstGeom prst="rect">
            <a:avLst/>
          </a:prstGeom>
        </p:spPr>
        <p:txBody>
          <a:bodyPr anchorCtr="0" anchor="t" bIns="88875" lIns="88875" spcFirstLastPara="1" rIns="88875" wrap="square" tIns="88875">
            <a:noAutofit/>
          </a:bodyPr>
          <a:lstStyle>
            <a:lvl1pPr indent="-342900" lvl="0" marL="457200" rtl="0">
              <a:spcBef>
                <a:spcPts val="0"/>
              </a:spcBef>
              <a:spcAft>
                <a:spcPts val="0"/>
              </a:spcAft>
              <a:buSzPts val="1800"/>
              <a:buChar char="●"/>
              <a:defRPr/>
            </a:lvl1pPr>
            <a:lvl2pPr indent="-317500" lvl="1" marL="914400" rtl="0">
              <a:spcBef>
                <a:spcPts val="1500"/>
              </a:spcBef>
              <a:spcAft>
                <a:spcPts val="0"/>
              </a:spcAft>
              <a:buSzPts val="1400"/>
              <a:buChar char="○"/>
              <a:defRPr/>
            </a:lvl2pPr>
            <a:lvl3pPr indent="-317500" lvl="2" marL="1371600" rtl="0">
              <a:spcBef>
                <a:spcPts val="1500"/>
              </a:spcBef>
              <a:spcAft>
                <a:spcPts val="0"/>
              </a:spcAft>
              <a:buSzPts val="1400"/>
              <a:buChar char="■"/>
              <a:defRPr/>
            </a:lvl3pPr>
            <a:lvl4pPr indent="-317500" lvl="3" marL="1828800" rtl="0">
              <a:spcBef>
                <a:spcPts val="1500"/>
              </a:spcBef>
              <a:spcAft>
                <a:spcPts val="0"/>
              </a:spcAft>
              <a:buSzPts val="1400"/>
              <a:buChar char="●"/>
              <a:defRPr/>
            </a:lvl4pPr>
            <a:lvl5pPr indent="-317500" lvl="4" marL="2286000" rtl="0">
              <a:spcBef>
                <a:spcPts val="1500"/>
              </a:spcBef>
              <a:spcAft>
                <a:spcPts val="0"/>
              </a:spcAft>
              <a:buSzPts val="1400"/>
              <a:buChar char="○"/>
              <a:defRPr/>
            </a:lvl5pPr>
            <a:lvl6pPr indent="-317500" lvl="5" marL="2743200" rtl="0">
              <a:spcBef>
                <a:spcPts val="1500"/>
              </a:spcBef>
              <a:spcAft>
                <a:spcPts val="0"/>
              </a:spcAft>
              <a:buSzPts val="1400"/>
              <a:buChar char="■"/>
              <a:defRPr/>
            </a:lvl6pPr>
            <a:lvl7pPr indent="-317500" lvl="6" marL="3200400" rtl="0">
              <a:spcBef>
                <a:spcPts val="1500"/>
              </a:spcBef>
              <a:spcAft>
                <a:spcPts val="0"/>
              </a:spcAft>
              <a:buSzPts val="1400"/>
              <a:buChar char="●"/>
              <a:defRPr/>
            </a:lvl7pPr>
            <a:lvl8pPr indent="-317500" lvl="7" marL="3657600" rtl="0">
              <a:spcBef>
                <a:spcPts val="1500"/>
              </a:spcBef>
              <a:spcAft>
                <a:spcPts val="0"/>
              </a:spcAft>
              <a:buSzPts val="1400"/>
              <a:buChar char="○"/>
              <a:defRPr/>
            </a:lvl8pPr>
            <a:lvl9pPr indent="-317500" lvl="8" marL="4114800" rtl="0">
              <a:spcBef>
                <a:spcPts val="1500"/>
              </a:spcBef>
              <a:spcAft>
                <a:spcPts val="1500"/>
              </a:spcAft>
              <a:buSzPts val="1400"/>
              <a:buChar char="■"/>
              <a:defRPr/>
            </a:lvl9pPr>
          </a:lstStyle>
          <a:p/>
        </p:txBody>
      </p:sp>
      <p:sp>
        <p:nvSpPr>
          <p:cNvPr id="64" name="Google Shape;64;p16"/>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5" name="Shape 65"/>
        <p:cNvGrpSpPr/>
        <p:nvPr/>
      </p:nvGrpSpPr>
      <p:grpSpPr>
        <a:xfrm>
          <a:off x="0" y="0"/>
          <a:ext cx="0" cy="0"/>
          <a:chOff x="0" y="0"/>
          <a:chExt cx="0" cy="0"/>
        </a:xfrm>
      </p:grpSpPr>
      <p:sp>
        <p:nvSpPr>
          <p:cNvPr id="66" name="Google Shape;66;p17"/>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67" name="Google Shape;67;p17"/>
          <p:cNvSpPr txBox="1"/>
          <p:nvPr>
            <p:ph idx="1" type="body"/>
          </p:nvPr>
        </p:nvSpPr>
        <p:spPr>
          <a:xfrm>
            <a:off x="194813" y="1920792"/>
            <a:ext cx="2499900" cy="5694000"/>
          </a:xfrm>
          <a:prstGeom prst="rect">
            <a:avLst/>
          </a:prstGeom>
        </p:spPr>
        <p:txBody>
          <a:bodyPr anchorCtr="0" anchor="t" bIns="88875" lIns="88875" spcFirstLastPara="1" rIns="88875" wrap="square" tIns="88875">
            <a:noAutofit/>
          </a:bodyPr>
          <a:lstStyle>
            <a:lvl1pPr indent="-317500" lvl="0" marL="457200" rtl="0">
              <a:spcBef>
                <a:spcPts val="0"/>
              </a:spcBef>
              <a:spcAft>
                <a:spcPts val="0"/>
              </a:spcAft>
              <a:buSzPts val="1400"/>
              <a:buChar char="●"/>
              <a:defRPr sz="14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68" name="Google Shape;68;p17"/>
          <p:cNvSpPr txBox="1"/>
          <p:nvPr>
            <p:ph idx="2" type="body"/>
          </p:nvPr>
        </p:nvSpPr>
        <p:spPr>
          <a:xfrm>
            <a:off x="3020250" y="1920792"/>
            <a:ext cx="2499900" cy="5694000"/>
          </a:xfrm>
          <a:prstGeom prst="rect">
            <a:avLst/>
          </a:prstGeom>
        </p:spPr>
        <p:txBody>
          <a:bodyPr anchorCtr="0" anchor="t" bIns="88875" lIns="88875" spcFirstLastPara="1" rIns="88875" wrap="square" tIns="88875">
            <a:noAutofit/>
          </a:bodyPr>
          <a:lstStyle>
            <a:lvl1pPr indent="-317500" lvl="0" marL="457200" rtl="0">
              <a:spcBef>
                <a:spcPts val="0"/>
              </a:spcBef>
              <a:spcAft>
                <a:spcPts val="0"/>
              </a:spcAft>
              <a:buSzPts val="1400"/>
              <a:buChar char="●"/>
              <a:defRPr sz="14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69" name="Google Shape;69;p17"/>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72" name="Google Shape;72;p18"/>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3" name="Shape 73"/>
        <p:cNvGrpSpPr/>
        <p:nvPr/>
      </p:nvGrpSpPr>
      <p:grpSpPr>
        <a:xfrm>
          <a:off x="0" y="0"/>
          <a:ext cx="0" cy="0"/>
          <a:chOff x="0" y="0"/>
          <a:chExt cx="0" cy="0"/>
        </a:xfrm>
      </p:grpSpPr>
      <p:sp>
        <p:nvSpPr>
          <p:cNvPr id="74" name="Google Shape;74;p19"/>
          <p:cNvSpPr txBox="1"/>
          <p:nvPr>
            <p:ph type="title"/>
          </p:nvPr>
        </p:nvSpPr>
        <p:spPr>
          <a:xfrm>
            <a:off x="194813" y="926000"/>
            <a:ext cx="1755000" cy="1259400"/>
          </a:xfrm>
          <a:prstGeom prst="rect">
            <a:avLst/>
          </a:prstGeom>
        </p:spPr>
        <p:txBody>
          <a:bodyPr anchorCtr="0" anchor="b" bIns="88875" lIns="88875" spcFirstLastPara="1" rIns="88875" wrap="square" tIns="88875">
            <a:noAutofit/>
          </a:bodyPr>
          <a:lstStyle>
            <a:lvl1pPr lvl="0" rtl="0">
              <a:spcBef>
                <a:spcPts val="0"/>
              </a:spcBef>
              <a:spcAft>
                <a:spcPts val="0"/>
              </a:spcAft>
              <a:buSzPts val="2300"/>
              <a:buNone/>
              <a:defRPr sz="2300"/>
            </a:lvl1pPr>
            <a:lvl2pPr lvl="1" rtl="0">
              <a:spcBef>
                <a:spcPts val="0"/>
              </a:spcBef>
              <a:spcAft>
                <a:spcPts val="0"/>
              </a:spcAft>
              <a:buSzPts val="2300"/>
              <a:buNone/>
              <a:defRPr sz="2300"/>
            </a:lvl2pPr>
            <a:lvl3pPr lvl="2" rtl="0">
              <a:spcBef>
                <a:spcPts val="0"/>
              </a:spcBef>
              <a:spcAft>
                <a:spcPts val="0"/>
              </a:spcAft>
              <a:buSzPts val="2300"/>
              <a:buNone/>
              <a:defRPr sz="2300"/>
            </a:lvl3pPr>
            <a:lvl4pPr lvl="3" rtl="0">
              <a:spcBef>
                <a:spcPts val="0"/>
              </a:spcBef>
              <a:spcAft>
                <a:spcPts val="0"/>
              </a:spcAft>
              <a:buSzPts val="2300"/>
              <a:buNone/>
              <a:defRPr sz="2300"/>
            </a:lvl4pPr>
            <a:lvl5pPr lvl="4" rtl="0">
              <a:spcBef>
                <a:spcPts val="0"/>
              </a:spcBef>
              <a:spcAft>
                <a:spcPts val="0"/>
              </a:spcAft>
              <a:buSzPts val="2300"/>
              <a:buNone/>
              <a:defRPr sz="2300"/>
            </a:lvl5pPr>
            <a:lvl6pPr lvl="5" rtl="0">
              <a:spcBef>
                <a:spcPts val="0"/>
              </a:spcBef>
              <a:spcAft>
                <a:spcPts val="0"/>
              </a:spcAft>
              <a:buSzPts val="2300"/>
              <a:buNone/>
              <a:defRPr sz="2300"/>
            </a:lvl6pPr>
            <a:lvl7pPr lvl="6" rtl="0">
              <a:spcBef>
                <a:spcPts val="0"/>
              </a:spcBef>
              <a:spcAft>
                <a:spcPts val="0"/>
              </a:spcAft>
              <a:buSzPts val="2300"/>
              <a:buNone/>
              <a:defRPr sz="2300"/>
            </a:lvl7pPr>
            <a:lvl8pPr lvl="7" rtl="0">
              <a:spcBef>
                <a:spcPts val="0"/>
              </a:spcBef>
              <a:spcAft>
                <a:spcPts val="0"/>
              </a:spcAft>
              <a:buSzPts val="2300"/>
              <a:buNone/>
              <a:defRPr sz="2300"/>
            </a:lvl8pPr>
            <a:lvl9pPr lvl="8" rtl="0">
              <a:spcBef>
                <a:spcPts val="0"/>
              </a:spcBef>
              <a:spcAft>
                <a:spcPts val="0"/>
              </a:spcAft>
              <a:buSzPts val="2300"/>
              <a:buNone/>
              <a:defRPr sz="2300"/>
            </a:lvl9pPr>
          </a:lstStyle>
          <a:p/>
        </p:txBody>
      </p:sp>
      <p:sp>
        <p:nvSpPr>
          <p:cNvPr id="75" name="Google Shape;75;p19"/>
          <p:cNvSpPr txBox="1"/>
          <p:nvPr>
            <p:ph idx="1" type="body"/>
          </p:nvPr>
        </p:nvSpPr>
        <p:spPr>
          <a:xfrm>
            <a:off x="194813" y="2316000"/>
            <a:ext cx="1755000" cy="5298900"/>
          </a:xfrm>
          <a:prstGeom prst="rect">
            <a:avLst/>
          </a:prstGeom>
        </p:spPr>
        <p:txBody>
          <a:bodyPr anchorCtr="0" anchor="t" bIns="88875" lIns="88875" spcFirstLastPara="1" rIns="88875" wrap="square" tIns="88875">
            <a:noAutofit/>
          </a:bodyPr>
          <a:lstStyle>
            <a:lvl1pPr indent="-304800" lvl="0" marL="457200" rtl="0">
              <a:spcBef>
                <a:spcPts val="0"/>
              </a:spcBef>
              <a:spcAft>
                <a:spcPts val="0"/>
              </a:spcAft>
              <a:buSzPts val="1200"/>
              <a:buChar char="●"/>
              <a:defRPr sz="12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76" name="Google Shape;76;p19"/>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7" name="Shape 77"/>
        <p:cNvGrpSpPr/>
        <p:nvPr/>
      </p:nvGrpSpPr>
      <p:grpSpPr>
        <a:xfrm>
          <a:off x="0" y="0"/>
          <a:ext cx="0" cy="0"/>
          <a:chOff x="0" y="0"/>
          <a:chExt cx="0" cy="0"/>
        </a:xfrm>
      </p:grpSpPr>
      <p:sp>
        <p:nvSpPr>
          <p:cNvPr id="78" name="Google Shape;78;p20"/>
          <p:cNvSpPr txBox="1"/>
          <p:nvPr>
            <p:ph type="title"/>
          </p:nvPr>
        </p:nvSpPr>
        <p:spPr>
          <a:xfrm>
            <a:off x="306406" y="750250"/>
            <a:ext cx="3979800" cy="6818100"/>
          </a:xfrm>
          <a:prstGeom prst="rect">
            <a:avLst/>
          </a:prstGeom>
        </p:spPr>
        <p:txBody>
          <a:bodyPr anchorCtr="0" anchor="ctr" bIns="88875" lIns="88875" spcFirstLastPara="1" rIns="88875" wrap="square" tIns="88875">
            <a:noAutofit/>
          </a:bodyPr>
          <a:lstStyle>
            <a:lvl1pPr lvl="0" rtl="0">
              <a:spcBef>
                <a:spcPts val="0"/>
              </a:spcBef>
              <a:spcAft>
                <a:spcPts val="0"/>
              </a:spcAft>
              <a:buSzPts val="4700"/>
              <a:buNone/>
              <a:defRPr sz="4700"/>
            </a:lvl1pPr>
            <a:lvl2pPr lvl="1" rtl="0">
              <a:spcBef>
                <a:spcPts val="0"/>
              </a:spcBef>
              <a:spcAft>
                <a:spcPts val="0"/>
              </a:spcAft>
              <a:buSzPts val="4700"/>
              <a:buNone/>
              <a:defRPr sz="4700"/>
            </a:lvl2pPr>
            <a:lvl3pPr lvl="2" rtl="0">
              <a:spcBef>
                <a:spcPts val="0"/>
              </a:spcBef>
              <a:spcAft>
                <a:spcPts val="0"/>
              </a:spcAft>
              <a:buSzPts val="4700"/>
              <a:buNone/>
              <a:defRPr sz="4700"/>
            </a:lvl3pPr>
            <a:lvl4pPr lvl="3" rtl="0">
              <a:spcBef>
                <a:spcPts val="0"/>
              </a:spcBef>
              <a:spcAft>
                <a:spcPts val="0"/>
              </a:spcAft>
              <a:buSzPts val="4700"/>
              <a:buNone/>
              <a:defRPr sz="4700"/>
            </a:lvl4pPr>
            <a:lvl5pPr lvl="4" rtl="0">
              <a:spcBef>
                <a:spcPts val="0"/>
              </a:spcBef>
              <a:spcAft>
                <a:spcPts val="0"/>
              </a:spcAft>
              <a:buSzPts val="4700"/>
              <a:buNone/>
              <a:defRPr sz="4700"/>
            </a:lvl5pPr>
            <a:lvl6pPr lvl="5" rtl="0">
              <a:spcBef>
                <a:spcPts val="0"/>
              </a:spcBef>
              <a:spcAft>
                <a:spcPts val="0"/>
              </a:spcAft>
              <a:buSzPts val="4700"/>
              <a:buNone/>
              <a:defRPr sz="4700"/>
            </a:lvl6pPr>
            <a:lvl7pPr lvl="6" rtl="0">
              <a:spcBef>
                <a:spcPts val="0"/>
              </a:spcBef>
              <a:spcAft>
                <a:spcPts val="0"/>
              </a:spcAft>
              <a:buSzPts val="4700"/>
              <a:buNone/>
              <a:defRPr sz="4700"/>
            </a:lvl7pPr>
            <a:lvl8pPr lvl="7" rtl="0">
              <a:spcBef>
                <a:spcPts val="0"/>
              </a:spcBef>
              <a:spcAft>
                <a:spcPts val="0"/>
              </a:spcAft>
              <a:buSzPts val="4700"/>
              <a:buNone/>
              <a:defRPr sz="4700"/>
            </a:lvl8pPr>
            <a:lvl9pPr lvl="8" rtl="0">
              <a:spcBef>
                <a:spcPts val="0"/>
              </a:spcBef>
              <a:spcAft>
                <a:spcPts val="0"/>
              </a:spcAft>
              <a:buSzPts val="4700"/>
              <a:buNone/>
              <a:defRPr sz="4700"/>
            </a:lvl9pPr>
          </a:lstStyle>
          <a:p/>
        </p:txBody>
      </p:sp>
      <p:sp>
        <p:nvSpPr>
          <p:cNvPr id="79" name="Google Shape;79;p20"/>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21"/>
          <p:cNvSpPr/>
          <p:nvPr/>
        </p:nvSpPr>
        <p:spPr>
          <a:xfrm>
            <a:off x="2857500" y="-208"/>
            <a:ext cx="2857500" cy="8572500"/>
          </a:xfrm>
          <a:prstGeom prst="rect">
            <a:avLst/>
          </a:prstGeom>
          <a:solidFill>
            <a:schemeClr val="lt2"/>
          </a:solidFill>
          <a:ln>
            <a:noFill/>
          </a:ln>
        </p:spPr>
        <p:txBody>
          <a:bodyPr anchorCtr="0" anchor="ctr" bIns="88875" lIns="88875" spcFirstLastPara="1" rIns="88875" wrap="square" tIns="88875">
            <a:noAutofit/>
          </a:bodyPr>
          <a:lstStyle/>
          <a:p>
            <a:pPr indent="0" lvl="0" marL="0" rtl="0" algn="l">
              <a:spcBef>
                <a:spcPts val="0"/>
              </a:spcBef>
              <a:spcAft>
                <a:spcPts val="0"/>
              </a:spcAft>
              <a:buNone/>
            </a:pPr>
            <a:r>
              <a:t/>
            </a:r>
            <a:endParaRPr/>
          </a:p>
        </p:txBody>
      </p:sp>
      <p:sp>
        <p:nvSpPr>
          <p:cNvPr id="82" name="Google Shape;82;p21"/>
          <p:cNvSpPr txBox="1"/>
          <p:nvPr>
            <p:ph type="title"/>
          </p:nvPr>
        </p:nvSpPr>
        <p:spPr>
          <a:xfrm>
            <a:off x="165938" y="2055292"/>
            <a:ext cx="2528400" cy="24705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4100"/>
              <a:buNone/>
              <a:defRPr sz="4100"/>
            </a:lvl1pPr>
            <a:lvl2pPr lvl="1" rtl="0" algn="ctr">
              <a:spcBef>
                <a:spcPts val="0"/>
              </a:spcBef>
              <a:spcAft>
                <a:spcPts val="0"/>
              </a:spcAft>
              <a:buSzPts val="4100"/>
              <a:buNone/>
              <a:defRPr sz="4100"/>
            </a:lvl2pPr>
            <a:lvl3pPr lvl="2" rtl="0" algn="ctr">
              <a:spcBef>
                <a:spcPts val="0"/>
              </a:spcBef>
              <a:spcAft>
                <a:spcPts val="0"/>
              </a:spcAft>
              <a:buSzPts val="4100"/>
              <a:buNone/>
              <a:defRPr sz="4100"/>
            </a:lvl3pPr>
            <a:lvl4pPr lvl="3" rtl="0" algn="ctr">
              <a:spcBef>
                <a:spcPts val="0"/>
              </a:spcBef>
              <a:spcAft>
                <a:spcPts val="0"/>
              </a:spcAft>
              <a:buSzPts val="4100"/>
              <a:buNone/>
              <a:defRPr sz="4100"/>
            </a:lvl4pPr>
            <a:lvl5pPr lvl="4" rtl="0" algn="ctr">
              <a:spcBef>
                <a:spcPts val="0"/>
              </a:spcBef>
              <a:spcAft>
                <a:spcPts val="0"/>
              </a:spcAft>
              <a:buSzPts val="4100"/>
              <a:buNone/>
              <a:defRPr sz="4100"/>
            </a:lvl5pPr>
            <a:lvl6pPr lvl="5" rtl="0" algn="ctr">
              <a:spcBef>
                <a:spcPts val="0"/>
              </a:spcBef>
              <a:spcAft>
                <a:spcPts val="0"/>
              </a:spcAft>
              <a:buSzPts val="4100"/>
              <a:buNone/>
              <a:defRPr sz="4100"/>
            </a:lvl6pPr>
            <a:lvl7pPr lvl="6" rtl="0" algn="ctr">
              <a:spcBef>
                <a:spcPts val="0"/>
              </a:spcBef>
              <a:spcAft>
                <a:spcPts val="0"/>
              </a:spcAft>
              <a:buSzPts val="4100"/>
              <a:buNone/>
              <a:defRPr sz="4100"/>
            </a:lvl7pPr>
            <a:lvl8pPr lvl="7" rtl="0" algn="ctr">
              <a:spcBef>
                <a:spcPts val="0"/>
              </a:spcBef>
              <a:spcAft>
                <a:spcPts val="0"/>
              </a:spcAft>
              <a:buSzPts val="4100"/>
              <a:buNone/>
              <a:defRPr sz="4100"/>
            </a:lvl8pPr>
            <a:lvl9pPr lvl="8" rtl="0" algn="ctr">
              <a:spcBef>
                <a:spcPts val="0"/>
              </a:spcBef>
              <a:spcAft>
                <a:spcPts val="0"/>
              </a:spcAft>
              <a:buSzPts val="4100"/>
              <a:buNone/>
              <a:defRPr sz="4100"/>
            </a:lvl9pPr>
          </a:lstStyle>
          <a:p/>
        </p:txBody>
      </p:sp>
      <p:sp>
        <p:nvSpPr>
          <p:cNvPr id="83" name="Google Shape;83;p21"/>
          <p:cNvSpPr txBox="1"/>
          <p:nvPr>
            <p:ph idx="1" type="subTitle"/>
          </p:nvPr>
        </p:nvSpPr>
        <p:spPr>
          <a:xfrm>
            <a:off x="165938" y="4671792"/>
            <a:ext cx="2528400" cy="2058600"/>
          </a:xfrm>
          <a:prstGeom prst="rect">
            <a:avLst/>
          </a:prstGeom>
        </p:spPr>
        <p:txBody>
          <a:bodyPr anchorCtr="0" anchor="t" bIns="88875" lIns="88875" spcFirstLastPara="1" rIns="88875" wrap="square" tIns="88875">
            <a:noAutofit/>
          </a:bodyPr>
          <a:lstStyle>
            <a:lvl1pPr lvl="0" rtl="0" algn="ctr">
              <a:lnSpc>
                <a:spcPct val="100000"/>
              </a:lnSpc>
              <a:spcBef>
                <a:spcPts val="0"/>
              </a:spcBef>
              <a:spcAft>
                <a:spcPts val="0"/>
              </a:spcAft>
              <a:buSzPts val="2000"/>
              <a:buNone/>
              <a:defRPr sz="2000"/>
            </a:lvl1pPr>
            <a:lvl2pPr lvl="1" rtl="0" algn="ctr">
              <a:lnSpc>
                <a:spcPct val="100000"/>
              </a:lnSpc>
              <a:spcBef>
                <a:spcPts val="0"/>
              </a:spcBef>
              <a:spcAft>
                <a:spcPts val="0"/>
              </a:spcAft>
              <a:buSzPts val="2000"/>
              <a:buNone/>
              <a:defRPr sz="2000"/>
            </a:lvl2pPr>
            <a:lvl3pPr lvl="2" rtl="0" algn="ctr">
              <a:lnSpc>
                <a:spcPct val="100000"/>
              </a:lnSpc>
              <a:spcBef>
                <a:spcPts val="0"/>
              </a:spcBef>
              <a:spcAft>
                <a:spcPts val="0"/>
              </a:spcAft>
              <a:buSzPts val="2000"/>
              <a:buNone/>
              <a:defRPr sz="2000"/>
            </a:lvl3pPr>
            <a:lvl4pPr lvl="3" rtl="0" algn="ctr">
              <a:lnSpc>
                <a:spcPct val="100000"/>
              </a:lnSpc>
              <a:spcBef>
                <a:spcPts val="0"/>
              </a:spcBef>
              <a:spcAft>
                <a:spcPts val="0"/>
              </a:spcAft>
              <a:buSzPts val="2000"/>
              <a:buNone/>
              <a:defRPr sz="2000"/>
            </a:lvl4pPr>
            <a:lvl5pPr lvl="4" rtl="0" algn="ctr">
              <a:lnSpc>
                <a:spcPct val="100000"/>
              </a:lnSpc>
              <a:spcBef>
                <a:spcPts val="0"/>
              </a:spcBef>
              <a:spcAft>
                <a:spcPts val="0"/>
              </a:spcAft>
              <a:buSzPts val="2000"/>
              <a:buNone/>
              <a:defRPr sz="2000"/>
            </a:lvl5pPr>
            <a:lvl6pPr lvl="5" rtl="0" algn="ctr">
              <a:lnSpc>
                <a:spcPct val="100000"/>
              </a:lnSpc>
              <a:spcBef>
                <a:spcPts val="0"/>
              </a:spcBef>
              <a:spcAft>
                <a:spcPts val="0"/>
              </a:spcAft>
              <a:buSzPts val="2000"/>
              <a:buNone/>
              <a:defRPr sz="2000"/>
            </a:lvl6pPr>
            <a:lvl7pPr lvl="6" rtl="0" algn="ctr">
              <a:lnSpc>
                <a:spcPct val="100000"/>
              </a:lnSpc>
              <a:spcBef>
                <a:spcPts val="0"/>
              </a:spcBef>
              <a:spcAft>
                <a:spcPts val="0"/>
              </a:spcAft>
              <a:buSzPts val="2000"/>
              <a:buNone/>
              <a:defRPr sz="2000"/>
            </a:lvl7pPr>
            <a:lvl8pPr lvl="7" rtl="0" algn="ctr">
              <a:lnSpc>
                <a:spcPct val="100000"/>
              </a:lnSpc>
              <a:spcBef>
                <a:spcPts val="0"/>
              </a:spcBef>
              <a:spcAft>
                <a:spcPts val="0"/>
              </a:spcAft>
              <a:buSzPts val="2000"/>
              <a:buNone/>
              <a:defRPr sz="2000"/>
            </a:lvl8pPr>
            <a:lvl9pPr lvl="8" rtl="0" algn="ctr">
              <a:lnSpc>
                <a:spcPct val="100000"/>
              </a:lnSpc>
              <a:spcBef>
                <a:spcPts val="0"/>
              </a:spcBef>
              <a:spcAft>
                <a:spcPts val="0"/>
              </a:spcAft>
              <a:buSzPts val="2000"/>
              <a:buNone/>
              <a:defRPr sz="2000"/>
            </a:lvl9pPr>
          </a:lstStyle>
          <a:p/>
        </p:txBody>
      </p:sp>
      <p:sp>
        <p:nvSpPr>
          <p:cNvPr id="84" name="Google Shape;84;p21"/>
          <p:cNvSpPr txBox="1"/>
          <p:nvPr>
            <p:ph idx="2" type="body"/>
          </p:nvPr>
        </p:nvSpPr>
        <p:spPr>
          <a:xfrm>
            <a:off x="3087188" y="1206792"/>
            <a:ext cx="2398200" cy="6158400"/>
          </a:xfrm>
          <a:prstGeom prst="rect">
            <a:avLst/>
          </a:prstGeom>
        </p:spPr>
        <p:txBody>
          <a:bodyPr anchorCtr="0" anchor="ctr" bIns="88875" lIns="88875" spcFirstLastPara="1" rIns="88875" wrap="square" tIns="88875">
            <a:noAutofit/>
          </a:bodyPr>
          <a:lstStyle>
            <a:lvl1pPr indent="-342900" lvl="0" marL="457200" rtl="0">
              <a:spcBef>
                <a:spcPts val="0"/>
              </a:spcBef>
              <a:spcAft>
                <a:spcPts val="0"/>
              </a:spcAft>
              <a:buSzPts val="1800"/>
              <a:buChar char="●"/>
              <a:defRPr/>
            </a:lvl1pPr>
            <a:lvl2pPr indent="-317500" lvl="1" marL="914400" rtl="0">
              <a:spcBef>
                <a:spcPts val="1500"/>
              </a:spcBef>
              <a:spcAft>
                <a:spcPts val="0"/>
              </a:spcAft>
              <a:buSzPts val="1400"/>
              <a:buChar char="○"/>
              <a:defRPr/>
            </a:lvl2pPr>
            <a:lvl3pPr indent="-317500" lvl="2" marL="1371600" rtl="0">
              <a:spcBef>
                <a:spcPts val="1500"/>
              </a:spcBef>
              <a:spcAft>
                <a:spcPts val="0"/>
              </a:spcAft>
              <a:buSzPts val="1400"/>
              <a:buChar char="■"/>
              <a:defRPr/>
            </a:lvl3pPr>
            <a:lvl4pPr indent="-317500" lvl="3" marL="1828800" rtl="0">
              <a:spcBef>
                <a:spcPts val="1500"/>
              </a:spcBef>
              <a:spcAft>
                <a:spcPts val="0"/>
              </a:spcAft>
              <a:buSzPts val="1400"/>
              <a:buChar char="●"/>
              <a:defRPr/>
            </a:lvl4pPr>
            <a:lvl5pPr indent="-317500" lvl="4" marL="2286000" rtl="0">
              <a:spcBef>
                <a:spcPts val="1500"/>
              </a:spcBef>
              <a:spcAft>
                <a:spcPts val="0"/>
              </a:spcAft>
              <a:buSzPts val="1400"/>
              <a:buChar char="○"/>
              <a:defRPr/>
            </a:lvl5pPr>
            <a:lvl6pPr indent="-317500" lvl="5" marL="2743200" rtl="0">
              <a:spcBef>
                <a:spcPts val="1500"/>
              </a:spcBef>
              <a:spcAft>
                <a:spcPts val="0"/>
              </a:spcAft>
              <a:buSzPts val="1400"/>
              <a:buChar char="■"/>
              <a:defRPr/>
            </a:lvl6pPr>
            <a:lvl7pPr indent="-317500" lvl="6" marL="3200400" rtl="0">
              <a:spcBef>
                <a:spcPts val="1500"/>
              </a:spcBef>
              <a:spcAft>
                <a:spcPts val="0"/>
              </a:spcAft>
              <a:buSzPts val="1400"/>
              <a:buChar char="●"/>
              <a:defRPr/>
            </a:lvl7pPr>
            <a:lvl8pPr indent="-317500" lvl="7" marL="3657600" rtl="0">
              <a:spcBef>
                <a:spcPts val="1500"/>
              </a:spcBef>
              <a:spcAft>
                <a:spcPts val="0"/>
              </a:spcAft>
              <a:buSzPts val="1400"/>
              <a:buChar char="○"/>
              <a:defRPr/>
            </a:lvl8pPr>
            <a:lvl9pPr indent="-317500" lvl="8" marL="4114800" rtl="0">
              <a:spcBef>
                <a:spcPts val="1500"/>
              </a:spcBef>
              <a:spcAft>
                <a:spcPts val="1500"/>
              </a:spcAft>
              <a:buSzPts val="1400"/>
              <a:buChar char="■"/>
              <a:defRPr/>
            </a:lvl9pPr>
          </a:lstStyle>
          <a:p/>
        </p:txBody>
      </p:sp>
      <p:sp>
        <p:nvSpPr>
          <p:cNvPr id="85" name="Google Shape;85;p21"/>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6" name="Shape 86"/>
        <p:cNvGrpSpPr/>
        <p:nvPr/>
      </p:nvGrpSpPr>
      <p:grpSpPr>
        <a:xfrm>
          <a:off x="0" y="0"/>
          <a:ext cx="0" cy="0"/>
          <a:chOff x="0" y="0"/>
          <a:chExt cx="0" cy="0"/>
        </a:xfrm>
      </p:grpSpPr>
      <p:sp>
        <p:nvSpPr>
          <p:cNvPr id="87" name="Google Shape;87;p22"/>
          <p:cNvSpPr txBox="1"/>
          <p:nvPr>
            <p:ph idx="1" type="body"/>
          </p:nvPr>
        </p:nvSpPr>
        <p:spPr>
          <a:xfrm>
            <a:off x="194813" y="7050958"/>
            <a:ext cx="3749400" cy="1008600"/>
          </a:xfrm>
          <a:prstGeom prst="rect">
            <a:avLst/>
          </a:prstGeom>
        </p:spPr>
        <p:txBody>
          <a:bodyPr anchorCtr="0" anchor="ctr" bIns="88875" lIns="88875" spcFirstLastPara="1" rIns="88875" wrap="square" tIns="88875">
            <a:noAutofit/>
          </a:bodyPr>
          <a:lstStyle>
            <a:lvl1pPr indent="-228600" lvl="0" marL="457200" rtl="0">
              <a:lnSpc>
                <a:spcPct val="100000"/>
              </a:lnSpc>
              <a:spcBef>
                <a:spcPts val="0"/>
              </a:spcBef>
              <a:spcAft>
                <a:spcPts val="0"/>
              </a:spcAft>
              <a:buSzPts val="1800"/>
              <a:buNone/>
              <a:defRPr/>
            </a:lvl1pPr>
          </a:lstStyle>
          <a:p/>
        </p:txBody>
      </p:sp>
      <p:sp>
        <p:nvSpPr>
          <p:cNvPr id="88" name="Google Shape;88;p22"/>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194813" y="1843542"/>
            <a:ext cx="5325300" cy="32724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11700"/>
              <a:buNone/>
              <a:defRPr sz="11700"/>
            </a:lvl1pPr>
            <a:lvl2pPr lvl="1" rtl="0" algn="ctr">
              <a:spcBef>
                <a:spcPts val="0"/>
              </a:spcBef>
              <a:spcAft>
                <a:spcPts val="0"/>
              </a:spcAft>
              <a:buSzPts val="11700"/>
              <a:buNone/>
              <a:defRPr sz="11700"/>
            </a:lvl2pPr>
            <a:lvl3pPr lvl="2" rtl="0" algn="ctr">
              <a:spcBef>
                <a:spcPts val="0"/>
              </a:spcBef>
              <a:spcAft>
                <a:spcPts val="0"/>
              </a:spcAft>
              <a:buSzPts val="11700"/>
              <a:buNone/>
              <a:defRPr sz="11700"/>
            </a:lvl3pPr>
            <a:lvl4pPr lvl="3" rtl="0" algn="ctr">
              <a:spcBef>
                <a:spcPts val="0"/>
              </a:spcBef>
              <a:spcAft>
                <a:spcPts val="0"/>
              </a:spcAft>
              <a:buSzPts val="11700"/>
              <a:buNone/>
              <a:defRPr sz="11700"/>
            </a:lvl4pPr>
            <a:lvl5pPr lvl="4" rtl="0" algn="ctr">
              <a:spcBef>
                <a:spcPts val="0"/>
              </a:spcBef>
              <a:spcAft>
                <a:spcPts val="0"/>
              </a:spcAft>
              <a:buSzPts val="11700"/>
              <a:buNone/>
              <a:defRPr sz="11700"/>
            </a:lvl5pPr>
            <a:lvl6pPr lvl="5" rtl="0" algn="ctr">
              <a:spcBef>
                <a:spcPts val="0"/>
              </a:spcBef>
              <a:spcAft>
                <a:spcPts val="0"/>
              </a:spcAft>
              <a:buSzPts val="11700"/>
              <a:buNone/>
              <a:defRPr sz="11700"/>
            </a:lvl6pPr>
            <a:lvl7pPr lvl="6" rtl="0" algn="ctr">
              <a:spcBef>
                <a:spcPts val="0"/>
              </a:spcBef>
              <a:spcAft>
                <a:spcPts val="0"/>
              </a:spcAft>
              <a:buSzPts val="11700"/>
              <a:buNone/>
              <a:defRPr sz="11700"/>
            </a:lvl7pPr>
            <a:lvl8pPr lvl="7" rtl="0" algn="ctr">
              <a:spcBef>
                <a:spcPts val="0"/>
              </a:spcBef>
              <a:spcAft>
                <a:spcPts val="0"/>
              </a:spcAft>
              <a:buSzPts val="11700"/>
              <a:buNone/>
              <a:defRPr sz="11700"/>
            </a:lvl8pPr>
            <a:lvl9pPr lvl="8" rtl="0" algn="ctr">
              <a:spcBef>
                <a:spcPts val="0"/>
              </a:spcBef>
              <a:spcAft>
                <a:spcPts val="0"/>
              </a:spcAft>
              <a:buSzPts val="11700"/>
              <a:buNone/>
              <a:defRPr sz="11700"/>
            </a:lvl9pPr>
          </a:lstStyle>
          <a:p>
            <a:r>
              <a:t>xx%</a:t>
            </a:r>
          </a:p>
        </p:txBody>
      </p:sp>
      <p:sp>
        <p:nvSpPr>
          <p:cNvPr id="91" name="Google Shape;91;p23"/>
          <p:cNvSpPr txBox="1"/>
          <p:nvPr>
            <p:ph idx="1" type="body"/>
          </p:nvPr>
        </p:nvSpPr>
        <p:spPr>
          <a:xfrm>
            <a:off x="194813" y="5253708"/>
            <a:ext cx="5325300" cy="2168100"/>
          </a:xfrm>
          <a:prstGeom prst="rect">
            <a:avLst/>
          </a:prstGeom>
        </p:spPr>
        <p:txBody>
          <a:bodyPr anchorCtr="0" anchor="t" bIns="88875" lIns="88875" spcFirstLastPara="1" rIns="88875" wrap="square" tIns="88875">
            <a:noAutofit/>
          </a:bodyPr>
          <a:lstStyle>
            <a:lvl1pPr indent="-342900" lvl="0" marL="457200" rtl="0" algn="ctr">
              <a:spcBef>
                <a:spcPts val="0"/>
              </a:spcBef>
              <a:spcAft>
                <a:spcPts val="0"/>
              </a:spcAft>
              <a:buSzPts val="1800"/>
              <a:buChar char="●"/>
              <a:defRPr/>
            </a:lvl1pPr>
            <a:lvl2pPr indent="-317500" lvl="1" marL="914400" rtl="0" algn="ctr">
              <a:spcBef>
                <a:spcPts val="1500"/>
              </a:spcBef>
              <a:spcAft>
                <a:spcPts val="0"/>
              </a:spcAft>
              <a:buSzPts val="1400"/>
              <a:buChar char="○"/>
              <a:defRPr/>
            </a:lvl2pPr>
            <a:lvl3pPr indent="-317500" lvl="2" marL="1371600" rtl="0" algn="ctr">
              <a:spcBef>
                <a:spcPts val="1500"/>
              </a:spcBef>
              <a:spcAft>
                <a:spcPts val="0"/>
              </a:spcAft>
              <a:buSzPts val="1400"/>
              <a:buChar char="■"/>
              <a:defRPr/>
            </a:lvl3pPr>
            <a:lvl4pPr indent="-317500" lvl="3" marL="1828800" rtl="0" algn="ctr">
              <a:spcBef>
                <a:spcPts val="1500"/>
              </a:spcBef>
              <a:spcAft>
                <a:spcPts val="0"/>
              </a:spcAft>
              <a:buSzPts val="1400"/>
              <a:buChar char="●"/>
              <a:defRPr/>
            </a:lvl4pPr>
            <a:lvl5pPr indent="-317500" lvl="4" marL="2286000" rtl="0" algn="ctr">
              <a:spcBef>
                <a:spcPts val="1500"/>
              </a:spcBef>
              <a:spcAft>
                <a:spcPts val="0"/>
              </a:spcAft>
              <a:buSzPts val="1400"/>
              <a:buChar char="○"/>
              <a:defRPr/>
            </a:lvl5pPr>
            <a:lvl6pPr indent="-317500" lvl="5" marL="2743200" rtl="0" algn="ctr">
              <a:spcBef>
                <a:spcPts val="1500"/>
              </a:spcBef>
              <a:spcAft>
                <a:spcPts val="0"/>
              </a:spcAft>
              <a:buSzPts val="1400"/>
              <a:buChar char="■"/>
              <a:defRPr/>
            </a:lvl6pPr>
            <a:lvl7pPr indent="-317500" lvl="6" marL="3200400" rtl="0" algn="ctr">
              <a:spcBef>
                <a:spcPts val="1500"/>
              </a:spcBef>
              <a:spcAft>
                <a:spcPts val="0"/>
              </a:spcAft>
              <a:buSzPts val="1400"/>
              <a:buChar char="●"/>
              <a:defRPr/>
            </a:lvl7pPr>
            <a:lvl8pPr indent="-317500" lvl="7" marL="3657600" rtl="0" algn="ctr">
              <a:spcBef>
                <a:spcPts val="1500"/>
              </a:spcBef>
              <a:spcAft>
                <a:spcPts val="0"/>
              </a:spcAft>
              <a:buSzPts val="1400"/>
              <a:buChar char="○"/>
              <a:defRPr/>
            </a:lvl8pPr>
            <a:lvl9pPr indent="-317500" lvl="8" marL="4114800" rtl="0" algn="ctr">
              <a:spcBef>
                <a:spcPts val="1500"/>
              </a:spcBef>
              <a:spcAft>
                <a:spcPts val="1500"/>
              </a:spcAft>
              <a:buSzPts val="1400"/>
              <a:buChar char="■"/>
              <a:defRPr/>
            </a:lvl9pPr>
          </a:lstStyle>
          <a:p/>
        </p:txBody>
      </p:sp>
      <p:sp>
        <p:nvSpPr>
          <p:cNvPr id="92" name="Google Shape;92;p23"/>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4813" y="741708"/>
            <a:ext cx="5325300" cy="9546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194813" y="1920792"/>
            <a:ext cx="5325300" cy="56940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5295286" y="7772028"/>
            <a:ext cx="342900" cy="6561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194813" y="741708"/>
            <a:ext cx="5325300" cy="954600"/>
          </a:xfrm>
          <a:prstGeom prst="rect">
            <a:avLst/>
          </a:prstGeom>
          <a:noFill/>
          <a:ln>
            <a:noFill/>
          </a:ln>
        </p:spPr>
        <p:txBody>
          <a:bodyPr anchorCtr="0" anchor="t" bIns="88875" lIns="88875" spcFirstLastPara="1" rIns="88875" wrap="square" tIns="88875">
            <a:noAutofit/>
          </a:bodyPr>
          <a:lstStyle>
            <a:lvl1pPr lvl="0" rtl="0">
              <a:spcBef>
                <a:spcPts val="0"/>
              </a:spcBef>
              <a:spcAft>
                <a:spcPts val="0"/>
              </a:spcAft>
              <a:buClr>
                <a:schemeClr val="dk1"/>
              </a:buClr>
              <a:buSzPts val="2700"/>
              <a:buNone/>
              <a:defRPr sz="2700">
                <a:solidFill>
                  <a:schemeClr val="dk1"/>
                </a:solidFill>
              </a:defRPr>
            </a:lvl1pPr>
            <a:lvl2pPr lvl="1" rtl="0">
              <a:spcBef>
                <a:spcPts val="0"/>
              </a:spcBef>
              <a:spcAft>
                <a:spcPts val="0"/>
              </a:spcAft>
              <a:buClr>
                <a:schemeClr val="dk1"/>
              </a:buClr>
              <a:buSzPts val="2700"/>
              <a:buNone/>
              <a:defRPr sz="2700">
                <a:solidFill>
                  <a:schemeClr val="dk1"/>
                </a:solidFill>
              </a:defRPr>
            </a:lvl2pPr>
            <a:lvl3pPr lvl="2" rtl="0">
              <a:spcBef>
                <a:spcPts val="0"/>
              </a:spcBef>
              <a:spcAft>
                <a:spcPts val="0"/>
              </a:spcAft>
              <a:buClr>
                <a:schemeClr val="dk1"/>
              </a:buClr>
              <a:buSzPts val="2700"/>
              <a:buNone/>
              <a:defRPr sz="2700">
                <a:solidFill>
                  <a:schemeClr val="dk1"/>
                </a:solidFill>
              </a:defRPr>
            </a:lvl3pPr>
            <a:lvl4pPr lvl="3" rtl="0">
              <a:spcBef>
                <a:spcPts val="0"/>
              </a:spcBef>
              <a:spcAft>
                <a:spcPts val="0"/>
              </a:spcAft>
              <a:buClr>
                <a:schemeClr val="dk1"/>
              </a:buClr>
              <a:buSzPts val="2700"/>
              <a:buNone/>
              <a:defRPr sz="2700">
                <a:solidFill>
                  <a:schemeClr val="dk1"/>
                </a:solidFill>
              </a:defRPr>
            </a:lvl4pPr>
            <a:lvl5pPr lvl="4" rtl="0">
              <a:spcBef>
                <a:spcPts val="0"/>
              </a:spcBef>
              <a:spcAft>
                <a:spcPts val="0"/>
              </a:spcAft>
              <a:buClr>
                <a:schemeClr val="dk1"/>
              </a:buClr>
              <a:buSzPts val="2700"/>
              <a:buNone/>
              <a:defRPr sz="2700">
                <a:solidFill>
                  <a:schemeClr val="dk1"/>
                </a:solidFill>
              </a:defRPr>
            </a:lvl5pPr>
            <a:lvl6pPr lvl="5" rtl="0">
              <a:spcBef>
                <a:spcPts val="0"/>
              </a:spcBef>
              <a:spcAft>
                <a:spcPts val="0"/>
              </a:spcAft>
              <a:buClr>
                <a:schemeClr val="dk1"/>
              </a:buClr>
              <a:buSzPts val="2700"/>
              <a:buNone/>
              <a:defRPr sz="2700">
                <a:solidFill>
                  <a:schemeClr val="dk1"/>
                </a:solidFill>
              </a:defRPr>
            </a:lvl6pPr>
            <a:lvl7pPr lvl="6" rtl="0">
              <a:spcBef>
                <a:spcPts val="0"/>
              </a:spcBef>
              <a:spcAft>
                <a:spcPts val="0"/>
              </a:spcAft>
              <a:buClr>
                <a:schemeClr val="dk1"/>
              </a:buClr>
              <a:buSzPts val="2700"/>
              <a:buNone/>
              <a:defRPr sz="2700">
                <a:solidFill>
                  <a:schemeClr val="dk1"/>
                </a:solidFill>
              </a:defRPr>
            </a:lvl7pPr>
            <a:lvl8pPr lvl="7" rtl="0">
              <a:spcBef>
                <a:spcPts val="0"/>
              </a:spcBef>
              <a:spcAft>
                <a:spcPts val="0"/>
              </a:spcAft>
              <a:buClr>
                <a:schemeClr val="dk1"/>
              </a:buClr>
              <a:buSzPts val="2700"/>
              <a:buNone/>
              <a:defRPr sz="2700">
                <a:solidFill>
                  <a:schemeClr val="dk1"/>
                </a:solidFill>
              </a:defRPr>
            </a:lvl8pPr>
            <a:lvl9pPr lvl="8" rtl="0">
              <a:spcBef>
                <a:spcPts val="0"/>
              </a:spcBef>
              <a:spcAft>
                <a:spcPts val="0"/>
              </a:spcAft>
              <a:buClr>
                <a:schemeClr val="dk1"/>
              </a:buClr>
              <a:buSzPts val="2700"/>
              <a:buNone/>
              <a:defRPr sz="2700">
                <a:solidFill>
                  <a:schemeClr val="dk1"/>
                </a:solidFill>
              </a:defRPr>
            </a:lvl9pPr>
          </a:lstStyle>
          <a:p/>
        </p:txBody>
      </p:sp>
      <p:sp>
        <p:nvSpPr>
          <p:cNvPr id="52" name="Google Shape;52;p13"/>
          <p:cNvSpPr txBox="1"/>
          <p:nvPr>
            <p:ph idx="1" type="body"/>
          </p:nvPr>
        </p:nvSpPr>
        <p:spPr>
          <a:xfrm>
            <a:off x="194813" y="1920792"/>
            <a:ext cx="5325300" cy="5694000"/>
          </a:xfrm>
          <a:prstGeom prst="rect">
            <a:avLst/>
          </a:prstGeom>
          <a:noFill/>
          <a:ln>
            <a:noFill/>
          </a:ln>
        </p:spPr>
        <p:txBody>
          <a:bodyPr anchorCtr="0" anchor="t" bIns="88875" lIns="88875" spcFirstLastPara="1" rIns="88875" wrap="square" tIns="88875">
            <a:no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1500"/>
              </a:spcBef>
              <a:spcAft>
                <a:spcPts val="0"/>
              </a:spcAft>
              <a:buClr>
                <a:schemeClr val="dk2"/>
              </a:buClr>
              <a:buSzPts val="1400"/>
              <a:buChar char="○"/>
              <a:defRPr sz="1400">
                <a:solidFill>
                  <a:schemeClr val="dk2"/>
                </a:solidFill>
              </a:defRPr>
            </a:lvl2pPr>
            <a:lvl3pPr indent="-317500" lvl="2" marL="1371600" rtl="0">
              <a:lnSpc>
                <a:spcPct val="115000"/>
              </a:lnSpc>
              <a:spcBef>
                <a:spcPts val="1500"/>
              </a:spcBef>
              <a:spcAft>
                <a:spcPts val="0"/>
              </a:spcAft>
              <a:buClr>
                <a:schemeClr val="dk2"/>
              </a:buClr>
              <a:buSzPts val="1400"/>
              <a:buChar char="■"/>
              <a:defRPr sz="1400">
                <a:solidFill>
                  <a:schemeClr val="dk2"/>
                </a:solidFill>
              </a:defRPr>
            </a:lvl3pPr>
            <a:lvl4pPr indent="-317500" lvl="3" marL="1828800" rtl="0">
              <a:lnSpc>
                <a:spcPct val="115000"/>
              </a:lnSpc>
              <a:spcBef>
                <a:spcPts val="1500"/>
              </a:spcBef>
              <a:spcAft>
                <a:spcPts val="0"/>
              </a:spcAft>
              <a:buClr>
                <a:schemeClr val="dk2"/>
              </a:buClr>
              <a:buSzPts val="1400"/>
              <a:buChar char="●"/>
              <a:defRPr sz="1400">
                <a:solidFill>
                  <a:schemeClr val="dk2"/>
                </a:solidFill>
              </a:defRPr>
            </a:lvl4pPr>
            <a:lvl5pPr indent="-317500" lvl="4" marL="2286000" rtl="0">
              <a:lnSpc>
                <a:spcPct val="115000"/>
              </a:lnSpc>
              <a:spcBef>
                <a:spcPts val="1500"/>
              </a:spcBef>
              <a:spcAft>
                <a:spcPts val="0"/>
              </a:spcAft>
              <a:buClr>
                <a:schemeClr val="dk2"/>
              </a:buClr>
              <a:buSzPts val="1400"/>
              <a:buChar char="○"/>
              <a:defRPr sz="1400">
                <a:solidFill>
                  <a:schemeClr val="dk2"/>
                </a:solidFill>
              </a:defRPr>
            </a:lvl5pPr>
            <a:lvl6pPr indent="-317500" lvl="5" marL="2743200" rtl="0">
              <a:lnSpc>
                <a:spcPct val="115000"/>
              </a:lnSpc>
              <a:spcBef>
                <a:spcPts val="1500"/>
              </a:spcBef>
              <a:spcAft>
                <a:spcPts val="0"/>
              </a:spcAft>
              <a:buClr>
                <a:schemeClr val="dk2"/>
              </a:buClr>
              <a:buSzPts val="1400"/>
              <a:buChar char="■"/>
              <a:defRPr sz="1400">
                <a:solidFill>
                  <a:schemeClr val="dk2"/>
                </a:solidFill>
              </a:defRPr>
            </a:lvl6pPr>
            <a:lvl7pPr indent="-317500" lvl="6" marL="3200400" rtl="0">
              <a:lnSpc>
                <a:spcPct val="115000"/>
              </a:lnSpc>
              <a:spcBef>
                <a:spcPts val="1500"/>
              </a:spcBef>
              <a:spcAft>
                <a:spcPts val="0"/>
              </a:spcAft>
              <a:buClr>
                <a:schemeClr val="dk2"/>
              </a:buClr>
              <a:buSzPts val="1400"/>
              <a:buChar char="●"/>
              <a:defRPr sz="1400">
                <a:solidFill>
                  <a:schemeClr val="dk2"/>
                </a:solidFill>
              </a:defRPr>
            </a:lvl7pPr>
            <a:lvl8pPr indent="-317500" lvl="7" marL="3657600" rtl="0">
              <a:lnSpc>
                <a:spcPct val="115000"/>
              </a:lnSpc>
              <a:spcBef>
                <a:spcPts val="1500"/>
              </a:spcBef>
              <a:spcAft>
                <a:spcPts val="0"/>
              </a:spcAft>
              <a:buClr>
                <a:schemeClr val="dk2"/>
              </a:buClr>
              <a:buSzPts val="1400"/>
              <a:buChar char="○"/>
              <a:defRPr sz="1400">
                <a:solidFill>
                  <a:schemeClr val="dk2"/>
                </a:solidFill>
              </a:defRPr>
            </a:lvl8pPr>
            <a:lvl9pPr indent="-317500" lvl="8" marL="4114800" rtl="0">
              <a:lnSpc>
                <a:spcPct val="115000"/>
              </a:lnSpc>
              <a:spcBef>
                <a:spcPts val="1500"/>
              </a:spcBef>
              <a:spcAft>
                <a:spcPts val="1500"/>
              </a:spcAft>
              <a:buClr>
                <a:schemeClr val="dk2"/>
              </a:buClr>
              <a:buSzPts val="1400"/>
              <a:buChar char="■"/>
              <a:defRPr sz="1400">
                <a:solidFill>
                  <a:schemeClr val="dk2"/>
                </a:solidFill>
              </a:defRPr>
            </a:lvl9pPr>
          </a:lstStyle>
          <a:p/>
        </p:txBody>
      </p:sp>
      <p:sp>
        <p:nvSpPr>
          <p:cNvPr id="53" name="Google Shape;53;p13"/>
          <p:cNvSpPr txBox="1"/>
          <p:nvPr>
            <p:ph idx="12" type="sldNum"/>
          </p:nvPr>
        </p:nvSpPr>
        <p:spPr>
          <a:xfrm>
            <a:off x="5295286" y="7772028"/>
            <a:ext cx="342900" cy="656100"/>
          </a:xfrm>
          <a:prstGeom prst="rect">
            <a:avLst/>
          </a:prstGeom>
          <a:noFill/>
          <a:ln>
            <a:noFill/>
          </a:ln>
        </p:spPr>
        <p:txBody>
          <a:bodyPr anchorCtr="0" anchor="ctr" bIns="88875" lIns="88875" spcFirstLastPara="1" rIns="88875" wrap="square" tIns="88875">
            <a:no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hyperlink" Target="http://aws.amazon.com/education/awseducate" TargetMode="External"/><Relationship Id="rId4" Type="http://schemas.openxmlformats.org/officeDocument/2006/relationships/hyperlink" Target="http://azure.microsoft.com/en-us/free/students" TargetMode="External"/><Relationship Id="rId5" Type="http://schemas.openxmlformats.org/officeDocument/2006/relationships/hyperlink" Target="https://githubuniverse.com" TargetMode="External"/><Relationship Id="rId6" Type="http://schemas.openxmlformats.org/officeDocument/2006/relationships/hyperlink" Target="https://githubuniverse.com" TargetMode="External"/><Relationship Id="rId7" Type="http://schemas.openxmlformats.org/officeDocument/2006/relationships/hyperlink" Target="https://www.tesco.com/careers/en-GB/our-teams/early-careers" TargetMode="External"/><Relationship Id="rId8" Type="http://schemas.openxmlformats.org/officeDocument/2006/relationships/hyperlink" Target="https://www.tesco.com/careers/en-GB/our-teams/early-careers" TargetMode="External"/><Relationship Id="rId9" Type="http://schemas.openxmlformats.org/officeDocument/2006/relationships/hyperlink" Target="https://docs.flutter.dev/ui/assets/assets-and-images" TargetMode="External"/><Relationship Id="rId10" Type="http://schemas.openxmlformats.org/officeDocument/2006/relationships/hyperlink" Target="https://dart.dev/codelabs/async-await" TargetMode="External"/><Relationship Id="rId11" Type="http://schemas.openxmlformats.org/officeDocument/2006/relationships/hyperlink" Target="https://education.github.com/pack"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hyperlink" Target="https://docs.flutter.dev/ui/navigation" TargetMode="External"/><Relationship Id="rId4" Type="http://schemas.openxmlformats.org/officeDocument/2006/relationships/hyperlink" Target="https://developer.mozilla.org/en-US/docs/Learn_web_development/Core/Scripting/JS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hyperlink" Target="https://docs.flutter.dev/ui/assets/assets-and-image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hyperlink" Target="https://docs.flutter.dev/ui/navigation#using-named-route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hyperlink" Target="https://docs.flutter.dev/data-and-backend/serialization/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hyperlink" Target="https://docs.flutter.dev/data-and-backend/state-mgmt/ephemeral-vs-app" TargetMode="External"/><Relationship Id="rId4" Type="http://schemas.openxmlformats.org/officeDocument/2006/relationships/hyperlink" Target="https://dart.dev/codelabs/async-awai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omments" Target="../comments/comment2.xml"/><Relationship Id="rId4" Type="http://schemas.openxmlformats.org/officeDocument/2006/relationships/hyperlink" Target="https://api.flutter.dev/flutter/widgets/State/initState.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docs.flutter.dev/data-and-backend/state-mgmt/intro" TargetMode="External"/><Relationship Id="rId4" Type="http://schemas.openxmlformats.org/officeDocument/2006/relationships/hyperlink" Target="https://api.flutter.dev/flutter/material/CircularProgressIndicator-class.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hyperlink" Target="https://pub.dev/documentation/material_ui/latest/material_ui/TextField-class.html" TargetMode="External"/><Relationship Id="rId4" Type="http://schemas.openxmlformats.org/officeDocument/2006/relationships/hyperlink" Target="https://docs.flutter.dev/ui/widgets/material" TargetMode="External"/><Relationship Id="rId5" Type="http://schemas.openxmlformats.org/officeDocument/2006/relationships/hyperlink" Target="https://pub.dev/packages/shared_preference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docs.flutter.dev/cookbook/forms/validation"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hyperlink" Target="https://www.youtube.com/watch?v=LdSwWxVzUpo" TargetMode="External"/><Relationship Id="rId4" Type="http://schemas.openxmlformats.org/officeDocument/2006/relationships/hyperlink" Target="https://github.com/skills/review-pull-requests" TargetMode="External"/><Relationship Id="rId5" Type="http://schemas.openxmlformats.org/officeDocument/2006/relationships/hyperlink" Target="https://docs.github.com/en/actions/quickstar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manighahrmani.github.io/sandwich_shop/"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hyperlink" Target="https://forms.cloud.microsoft/e/88jd4UGAui" TargetMode="Externa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5"/>
          <p:cNvSpPr txBox="1"/>
          <p:nvPr>
            <p:ph idx="4294967295" type="title"/>
          </p:nvPr>
        </p:nvSpPr>
        <p:spPr>
          <a:xfrm>
            <a:off x="2501850" y="2857378"/>
            <a:ext cx="3213300" cy="2857500"/>
          </a:xfrm>
          <a:prstGeom prst="rect">
            <a:avLst/>
          </a:prstGeom>
          <a:solidFill>
            <a:srgbClr val="D1FAE5"/>
          </a:solidFill>
        </p:spPr>
        <p:txBody>
          <a:bodyPr anchorCtr="0" anchor="ctr" bIns="88875" lIns="88875" spcFirstLastPara="1" rIns="88875" wrap="square" tIns="88875">
            <a:noAutofit/>
          </a:bodyPr>
          <a:lstStyle/>
          <a:p>
            <a:r>
              <a:rPr b="1"/>
              <a:t>Asynchronous loading</a:t>
            </a:r>
          </a:p>
        </p:txBody>
      </p:sp>
      <p:sp>
        <p:nvSpPr>
          <p:cNvPr id="100" name="Google Shape;100;p25"/>
          <p:cNvSpPr txBox="1"/>
          <p:nvPr>
            <p:ph type="ctrTitle"/>
          </p:nvPr>
        </p:nvSpPr>
        <p:spPr>
          <a:xfrm>
            <a:off x="99825" y="0"/>
            <a:ext cx="2321100" cy="4311000"/>
          </a:xfrm>
          <a:prstGeom prst="rect">
            <a:avLst/>
          </a:prstGeom>
        </p:spPr>
        <p:txBody>
          <a:bodyPr anchorCtr="0" anchor="ctr" bIns="88875" lIns="88875" spcFirstLastPara="1" rIns="88875" wrap="square" tIns="88875">
            <a:noAutofit/>
          </a:bodyPr>
          <a:lstStyle/>
          <a:p>
            <a:pPr indent="-336550" marL="457200" rtl="0" algn="l" lvl="0">
              <a:lnSpc>
                <a:spcPct val="100000"/>
              </a:lnSpc>
              <a:spcBef>
                <a:spcPts val="0"/>
              </a:spcBef>
              <a:spcAft>
                <a:spcPts val="0"/>
              </a:spcAft>
              <a:buNone/>
            </a:pPr>
            <a:r>
              <a:rPr sz="292100">
                <a:solidFill>
                  <a:schemeClr val="dk1"/>
                </a:solidFill>
              </a:rPr>
              <a:t>PAPL (M30235) UXDI (M32605)</a:t>
            </a:r>
            <a:br/>
            <a:br/>
            <a:br/>
            <a:r>
              <a:rPr sz="292100">
                <a:solidFill>
                  <a:schemeClr val="dk1"/>
                </a:solidFill>
              </a:rPr>
              <a:t>Lecture 6</a:t>
            </a:r>
            <a:br/>
            <a:br/>
            <a:r>
              <a:rPr sz="292100">
                <a:solidFill>
                  <a:schemeClr val="dk1"/>
                </a:solidFill>
              </a:rPr>
              <a:t>JSON Assets and Saved Preferences</a:t>
            </a:r>
            <a:endParaRPr b="1" sz="2300"/>
          </a:p>
        </p:txBody>
      </p:sp>
      <p:sp>
        <p:nvSpPr>
          <p:cNvPr id="101" name="Google Shape;101;p25"/>
          <p:cNvSpPr txBox="1"/>
          <p:nvPr>
            <p:ph idx="4294967295" type="title"/>
          </p:nvPr>
        </p:nvSpPr>
        <p:spPr>
          <a:xfrm>
            <a:off x="2501850" y="-123"/>
            <a:ext cx="3213300" cy="2857500"/>
          </a:xfrm>
          <a:prstGeom prst="rect">
            <a:avLst/>
          </a:prstGeom>
          <a:solidFill>
            <a:srgbClr val="0F4C5C"/>
          </a:solidFill>
        </p:spPr>
        <p:txBody>
          <a:bodyPr anchorCtr="0" anchor="ctr" bIns="88875" lIns="88875" spcFirstLastPara="1" rIns="88875" wrap="square" tIns="88875">
            <a:noAutofit/>
          </a:bodyPr>
          <a:lstStyle/>
          <a:p>
            <a:r>
              <a:rPr b="1"/>
              <a:t>JSON assets</a:t>
            </a:r>
          </a:p>
        </p:txBody>
      </p:sp>
      <p:sp>
        <p:nvSpPr>
          <p:cNvPr id="102" name="Google Shape;102;p25"/>
          <p:cNvSpPr txBox="1"/>
          <p:nvPr>
            <p:ph idx="4294967295" type="title"/>
          </p:nvPr>
        </p:nvSpPr>
        <p:spPr>
          <a:xfrm>
            <a:off x="2501850" y="5714878"/>
            <a:ext cx="3213300" cy="2857500"/>
          </a:xfrm>
          <a:prstGeom prst="rect">
            <a:avLst/>
          </a:prstGeom>
          <a:solidFill>
            <a:srgbClr val="581845"/>
          </a:solidFill>
          <a:ln>
            <a:noFill/>
          </a:ln>
        </p:spPr>
        <p:txBody>
          <a:bodyPr anchorCtr="0" anchor="ctr" bIns="88875" lIns="88875" spcFirstLastPara="1" rIns="88875" wrap="square" tIns="88875">
            <a:noAutofit/>
          </a:bodyPr>
          <a:lstStyle/>
          <a:p>
            <a:r>
              <a:rPr b="1"/>
              <a:t>Saved preferences</a:t>
            </a:r>
          </a:p>
        </p:txBody>
      </p:sp>
      <p:pic>
        <p:nvPicPr>
          <p:cNvPr id="103" name="Google Shape;103;p25"/>
          <p:cNvPicPr preferRelativeResize="0"/>
          <p:nvPr/>
        </p:nvPicPr>
        <p:blipFill>
          <a:blip r:embed="rId3">
            <a:alphaModFix/>
          </a:blip>
          <a:stretch>
            <a:fillRect/>
          </a:stretch>
        </p:blipFill>
        <p:spPr>
          <a:xfrm>
            <a:off x="920305" y="6764586"/>
            <a:ext cx="680140" cy="75808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6"/>
          <p:cNvSpPr txBox="1"/>
          <p:nvPr>
            <p:ph idx="4294967295" type="title"/>
          </p:nvPr>
        </p:nvSpPr>
        <p:spPr>
          <a:xfrm>
            <a:off x="0" y="0"/>
            <a:ext cx="5715000" cy="8572500"/>
          </a:xfrm>
          <a:prstGeom prst="rect">
            <a:avLst/>
          </a:prstGeom>
          <a:solidFill>
            <a:srgbClr val="0F4C5C"/>
          </a:solidFill>
        </p:spPr>
        <p:txBody>
          <a:bodyPr anchorCtr="0" anchor="ctr" bIns="88875" lIns="88875" spcFirstLastPara="1" rIns="88875" wrap="square" tIns="88875">
            <a:noAutofit/>
          </a:bodyPr>
          <a:lstStyle/>
          <a:p>
            <a:r>
              <a:t>JSON assets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7"/>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r>
              <a:t>JSON assets</a:t>
            </a:r>
          </a:p>
        </p:txBody>
      </p:sp>
      <p:sp>
        <p:nvSpPr>
          <p:cNvPr id="114" name="Google Shape;114;p27"/>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News?</a:t>
            </a:r>
          </a:p>
        </p:txBody>
      </p:sp>
      <p:sp>
        <p:nvSpPr>
          <p:cNvPr id="115" name="Google Shape;115;p27"/>
          <p:cNvSpPr txBox="1"/>
          <p:nvPr/>
        </p:nvSpPr>
        <p:spPr>
          <a:xfrm>
            <a:off x="540000" y="1440000"/>
            <a:ext cx="5175000" cy="6967500"/>
          </a:xfrm>
          <a:prstGeom prst="rect">
            <a:avLst/>
          </a:prstGeom>
          <a:noFill/>
          <a:ln>
            <a:noFill/>
          </a:ln>
        </p:spPr>
        <p:txBody>
          <a:bodyPr anchorCtr="0" anchor="t" bIns="91425" lIns="91425" spcFirstLastPara="1" rIns="91425" wrap="square" tIns="91425">
            <a:spAutoFit/>
          </a:bodyPr>
          <a:lstStyle/>
          <a:p>
            <a:pPr indent="-336550" marL="457200" rtl="0" algn="l" lvl="0">
              <a:buClr>
                <a:schemeClr val="dk1"/>
              </a:buClr>
              <a:buSzPts val="1700"/>
              <a:lnSpc>
                <a:spcPct val="150000"/>
              </a:lnSpc>
              <a:spcBef>
                <a:spcPts val="0"/>
              </a:spcBef>
              <a:spcAft>
                <a:spcPts val="0"/>
              </a:spcAft>
              <a:buChar char="●"/>
            </a:pPr>
            <a:r>
              <a:rPr lang="en-GB" sz="215900">
                <a:solidFill>
                  <a:schemeClr val="dk1"/>
                </a:solidFill>
              </a:rPr>
              <a:t>Flutter resources:</a:t>
            </a:r>
            <a:endParaRPr sz="1700">
              <a:solidFill>
                <a:schemeClr val="dk1"/>
              </a:solidFill>
            </a:endParaRPr>
          </a:p>
          <a:p>
            <a:pPr lvl="1" marL="914400" indent="-336550" algn="l">
              <a:lnSpc>
                <a:spcPct val="150000"/>
              </a:lnSpc>
              <a:spcBef>
                <a:spcPts val="1000"/>
              </a:spcBef>
              <a:spcAft>
                <a:spcPts val="0"/>
              </a:spcAft>
              <a:buChar char="○"/>
              <a:buClr>
                <a:schemeClr val="dk1"/>
              </a:buClr>
              <a:buSzPts val="1700"/>
            </a:pPr>
            <a:r>
              <a:rPr lang="en-GB" sz="215900">
                <a:solidFill>
                  <a:schemeClr val="dk1"/>
                </a:solidFill>
              </a:rPr>
              <a:t>Assets and images in Flutter: </a:t>
            </a:r>
            <a:r>
              <a:rPr lang="en-GB" sz="215900" u="sng">
                <a:hlinkClick r:id="rId9"/>
                <a:solidFill>
                  <a:schemeClr val="hlink"/>
                </a:solidFill>
              </a:rPr>
              <a:t>docs.flutter.dev/ui/assets/assets-and-images</a:t>
            </a:r>
          </a:p>
          <a:p>
            <a:pPr lvl="1" marL="914400" indent="-336550" algn="l">
              <a:lnSpc>
                <a:spcPct val="150000"/>
              </a:lnSpc>
              <a:spcBef>
                <a:spcPts val="1000"/>
              </a:spcBef>
              <a:spcAft>
                <a:spcPts val="0"/>
              </a:spcAft>
              <a:buChar char="○"/>
              <a:buClr>
                <a:schemeClr val="dk1"/>
              </a:buClr>
              <a:buSzPts val="1700"/>
            </a:pPr>
            <a:r>
              <a:rPr lang="en-GB" sz="215900">
                <a:solidFill>
                  <a:schemeClr val="dk1"/>
                </a:solidFill>
              </a:rPr>
              <a:t>Asynchronous programming codelab: </a:t>
            </a:r>
            <a:r>
              <a:rPr lang="en-GB" sz="215900" u="sng">
                <a:hlinkClick r:id="rId10"/>
                <a:solidFill>
                  <a:schemeClr val="hlink"/>
                </a:solidFill>
              </a:rPr>
              <a:t>dart.dev/codelabs/async-await</a:t>
            </a:r>
          </a:p>
          <a:p>
            <a:pPr lvl="0" marL="457200" indent="-336550" algn="l">
              <a:lnSpc>
                <a:spcPct val="150000"/>
              </a:lnSpc>
              <a:spcBef>
                <a:spcPts val="1000"/>
              </a:spcBef>
              <a:spcAft>
                <a:spcPts val="0"/>
              </a:spcAft>
              <a:buChar char="●"/>
              <a:buClr>
                <a:schemeClr val="dk1"/>
              </a:buClr>
              <a:buSzPts val="1700"/>
            </a:pPr>
            <a:r>
              <a:rPr lang="en-GB" sz="215900" u="sng">
                <a:hlinkClick r:id="rId11"/>
                <a:solidFill>
                  <a:schemeClr val="hlink"/>
                </a:solidFill>
              </a:rPr>
              <a:t>GitHub Student Developer Pack</a:t>
            </a:r>
            <a:r>
              <a:rPr lang="en-GB" sz="215900">
                <a:solidFill>
                  <a:schemeClr val="dk1"/>
                </a:solidFill>
              </a:rPr>
              <a:t>:</a:t>
            </a:r>
          </a:p>
          <a:p>
            <a:pPr lvl="1" marL="914400" indent="-336550" algn="l">
              <a:lnSpc>
                <a:spcPct val="150000"/>
              </a:lnSpc>
              <a:spcBef>
                <a:spcPts val="1000"/>
              </a:spcBef>
              <a:spcAft>
                <a:spcPts val="0"/>
              </a:spcAft>
              <a:buChar char="○"/>
              <a:buClr>
                <a:schemeClr val="dk1"/>
              </a:buClr>
              <a:buSzPts val="1700"/>
            </a:pPr>
            <a:r>
              <a:rPr lang="en-GB" sz="215900">
                <a:solidFill>
                  <a:schemeClr val="dk1"/>
                </a:solidFill>
              </a:rPr>
              <a:t>Free GitHub Copilot, cloud credits, and developer tools with your student email.</a:t>
            </a:r>
          </a:p>
          <a:p>
            <a:pPr lvl="1" marL="914400" indent="-336550" algn="l">
              <a:lnSpc>
                <a:spcPct val="150000"/>
              </a:lnSpc>
              <a:spcBef>
                <a:spcPts val="1000"/>
              </a:spcBef>
              <a:spcAft>
                <a:spcPts val="0"/>
              </a:spcAft>
              <a:buChar char="○"/>
              <a:buClr>
                <a:schemeClr val="dk1"/>
              </a:buClr>
              <a:buSzPts val="1700"/>
            </a:pPr>
            <a:r>
              <a:rPr lang="en-GB" sz="215900">
                <a:solidFill>
                  <a:schemeClr val="dk1"/>
                </a:solidFill>
              </a:rPr>
              <a:t>Claim benefits at: </a:t>
            </a:r>
            <a:r>
              <a:rPr lang="en-GB" sz="215900" u="sng">
                <a:hlinkClick r:id="rId11"/>
                <a:solidFill>
                  <a:schemeClr val="hlink"/>
                </a:solidFill>
              </a:rPr>
              <a:t>education.github.com/pack</a:t>
            </a:r>
          </a:p>
          <a:p>
            <a:pPr lvl="0" marL="457200" indent="-336550" algn="l">
              <a:lnSpc>
                <a:spcPct val="150000"/>
              </a:lnSpc>
              <a:spcBef>
                <a:spcPts val="1000"/>
              </a:spcBef>
              <a:spcAft>
                <a:spcPts val="0"/>
              </a:spcAft>
              <a:buChar char="●"/>
              <a:buClr>
                <a:schemeClr val="dk1"/>
              </a:buClr>
              <a:buSzPts val="1700"/>
            </a:pPr>
            <a:r>
              <a:rPr lang="en-GB" sz="215900">
                <a:solidFill>
                  <a:schemeClr val="dk1"/>
                </a:solidFill>
              </a:rPr>
              <a:t>Tech news from you?</a:t>
            </a:r>
          </a:p>
          <a:p>
            <a:pPr lvl="1" marL="914400" indent="-336550" algn="l">
              <a:lnSpc>
                <a:spcPct val="150000"/>
              </a:lnSpc>
              <a:spcBef>
                <a:spcPts val="1000"/>
              </a:spcBef>
              <a:spcAft>
                <a:spcPts val="0"/>
              </a:spcAft>
              <a:buChar char="○"/>
              <a:buClr>
                <a:schemeClr val="dk1"/>
              </a:buClr>
              <a:buSzPts val="1700"/>
            </a:pPr>
            <a:r>
              <a:rPr lang="en-GB" sz="215900">
                <a:solidFill>
                  <a:schemeClr val="dk1"/>
                </a:solidFill>
              </a:rPr>
              <a:t>[Placeholder: student news, discoveries, and module tech updates]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8"/>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r>
              <a:t>JSON assets</a:t>
            </a:r>
          </a:p>
        </p:txBody>
      </p:sp>
      <p:sp>
        <p:nvSpPr>
          <p:cNvPr id="121" name="Google Shape;121;p28"/>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Structured data with JSON</a:t>
            </a:r>
          </a:p>
        </p:txBody>
      </p:sp>
      <p:sp>
        <p:nvSpPr>
          <p:cNvPr id="122" name="Google Shape;122;p28"/>
          <p:cNvSpPr txBox="1"/>
          <p:nvPr/>
        </p:nvSpPr>
        <p:spPr>
          <a:xfrm>
            <a:off x="540000" y="1440000"/>
            <a:ext cx="5175000" cy="5669400"/>
          </a:xfrm>
          <a:prstGeom prst="rect">
            <a:avLst/>
          </a:prstGeom>
          <a:noFill/>
          <a:ln>
            <a:noFill/>
          </a:ln>
        </p:spPr>
        <p:txBody>
          <a:bodyPr anchorCtr="0" anchor="t" bIns="91425" lIns="91425" spcFirstLastPara="1" rIns="91425" wrap="square" tIns="91425">
            <a:spAutoFit/>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JSON (JavaScript Object Notation) is a plain-text format for structured data.</a:t>
            </a:r>
            <a:endParaRPr sz="1700">
              <a:solidFill>
                <a:schemeClr val="dk1"/>
              </a:solidFill>
            </a:endParaRP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Data is structured using key-value objects ({}) and ordered arrays ([]).</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Dart converts JSON objects into </a:t>
            </a:r>
            <a:r>
              <a:rPr lang="en-GB" sz="215900">
                <a:latin typeface="Roboto Mono"/>
                <a:solidFill>
                  <a:schemeClr val="dk1"/>
                </a:solidFill>
              </a:rPr>
              <a:t>Map&lt;String, dynamic&gt;</a:t>
            </a:r>
            <a:r>
              <a:rPr lang="en-GB" sz="215900">
                <a:solidFill>
                  <a:schemeClr val="dk1"/>
                </a:solidFill>
              </a:rPr>
              <a:t> and lists into </a:t>
            </a:r>
            <a:r>
              <a:rPr lang="en-GB" sz="215900">
                <a:latin typeface="Roboto Mono"/>
                <a:solidFill>
                  <a:schemeClr val="dk1"/>
                </a:solidFill>
              </a:rPr>
              <a:t>List&lt;dynamic&gt;</a:t>
            </a:r>
            <a:r>
              <a:rPr lang="en-GB" sz="215900">
                <a:solidFill>
                  <a:schemeClr val="dk1"/>
                </a:solidFill>
              </a:rPr>
              <a:t>.</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In Lecture 3, our sandwich menu data was hardcoded directly in Dart files.</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Moving data into JSON separates content from code so non-developers can update it.</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MDN JSON documentation: </a:t>
            </a:r>
            <a:r>
              <a:rPr lang="en-GB" sz="215900" u="sng">
                <a:hlinkClick r:id="rId4"/>
                <a:solidFill>
                  <a:schemeClr val="hlink"/>
                </a:solidFill>
              </a:rPr>
              <a:t>developer.mozilla.org/en-US/docs/Learn_web_development/Core/Scripting/JSON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9"/>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r>
              <a:t>JSON assets</a:t>
            </a:r>
          </a:p>
        </p:txBody>
      </p:sp>
      <p:sp>
        <p:nvSpPr>
          <p:cNvPr id="128" name="Google Shape;128;p29"/>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Bundled assets</a:t>
            </a:r>
          </a:p>
        </p:txBody>
      </p:sp>
      <p:sp>
        <p:nvSpPr>
          <p:cNvPr id="129" name="Google Shape;129;p29"/>
          <p:cNvSpPr txBox="1"/>
          <p:nvPr/>
        </p:nvSpPr>
        <p:spPr>
          <a:xfrm>
            <a:off x="540000" y="1440000"/>
            <a:ext cx="5175000" cy="7188600"/>
          </a:xfrm>
          <a:prstGeom prst="rect">
            <a:avLst/>
          </a:prstGeom>
          <a:noFill/>
          <a:ln>
            <a:noFill/>
          </a:ln>
        </p:spPr>
        <p:txBody>
          <a:bodyPr anchorCtr="0" anchor="t" bIns="91425" lIns="91425" spcFirstLastPara="1" rIns="91425" wrap="square" tIns="91425">
            <a:spAutoFit/>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Assets live in an </a:t>
            </a:r>
            <a:r>
              <a:rPr lang="en-GB" sz="215900">
                <a:latin typeface="Roboto Mono"/>
                <a:solidFill>
                  <a:schemeClr val="dk1"/>
                </a:solidFill>
              </a:rPr>
              <a:t>assets/</a:t>
            </a:r>
            <a:r>
              <a:rPr lang="en-GB" sz="215900">
                <a:solidFill>
                  <a:schemeClr val="dk1"/>
                </a:solidFill>
              </a:rPr>
              <a:t> folder (e.g. </a:t>
            </a:r>
            <a:r>
              <a:rPr lang="en-GB" sz="215900">
                <a:latin typeface="Roboto Mono"/>
                <a:solidFill>
                  <a:schemeClr val="dk1"/>
                </a:solidFill>
              </a:rPr>
              <a:t>assets/sandwiches.json</a:t>
            </a:r>
            <a:r>
              <a:rPr lang="en-GB" sz="215900">
                <a:solidFill>
                  <a:schemeClr val="dk1"/>
                </a:solidFill>
              </a:rPr>
              <a:t>).</a:t>
            </a:r>
            <a:endParaRPr sz="1700">
              <a:solidFill>
                <a:schemeClr val="dk1"/>
              </a:solidFill>
            </a:endParaRP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Register the file in </a:t>
            </a:r>
            <a:r>
              <a:rPr lang="en-GB" sz="215900">
                <a:latin typeface="Roboto Mono"/>
                <a:solidFill>
                  <a:schemeClr val="dk1"/>
                </a:solidFill>
              </a:rPr>
              <a:t>pubspec.yaml</a:t>
            </a:r>
            <a:r>
              <a:rPr lang="en-GB" sz="215900">
                <a:solidFill>
                  <a:schemeClr val="dk1"/>
                </a:solidFill>
              </a:rPr>
              <a:t> under the flutter section:</a:t>
            </a:r>
          </a:p>
          <a:p>
            <a:pPr lvl="0" marL="457200" indent="-336550" algn="l">
              <a:lnSpc>
                <a:spcPct val="115000"/>
              </a:lnSpc>
              <a:spcBef>
                <a:spcPts val="600"/>
              </a:spcBef>
              <a:spcAft>
                <a:spcPts val="0"/>
              </a:spcAft>
              <a:buNone/>
            </a:pPr>
            <a:r>
              <a:rPr lang="en-GB" sz="203200">
                <a:latin typeface="Consolas"/>
                <a:solidFill>
                  <a:schemeClr val="dk1"/>
                </a:solidFill>
              </a:rPr>
              <a:t>flutter:
  assets:
    - assets/sandwiches.json</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YAML indentation is strict: exactly two spaces per level.</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Read the asset with </a:t>
            </a:r>
            <a:r>
              <a:rPr lang="en-GB" sz="215900">
                <a:latin typeface="Roboto Mono"/>
                <a:solidFill>
                  <a:schemeClr val="dk1"/>
                </a:solidFill>
              </a:rPr>
              <a:t>rootBundle</a:t>
            </a:r>
            <a:r>
              <a:rPr lang="en-GB" sz="215900">
                <a:solidFill>
                  <a:schemeClr val="dk1"/>
                </a:solidFill>
              </a:rPr>
              <a:t> from </a:t>
            </a:r>
            <a:r>
              <a:rPr lang="en-GB" sz="215900">
                <a:latin typeface="Roboto Mono"/>
                <a:solidFill>
                  <a:schemeClr val="dk1"/>
                </a:solidFill>
              </a:rPr>
              <a:t>package:flutter/services.dart</a:t>
            </a:r>
            <a:r>
              <a:rPr lang="en-GB" sz="215900">
                <a:solidFill>
                  <a:schemeClr val="dk1"/>
                </a:solidFill>
              </a:rPr>
              <a:t>:</a:t>
            </a:r>
          </a:p>
          <a:p>
            <a:pPr lvl="0" marL="457200" indent="-336550" algn="l">
              <a:lnSpc>
                <a:spcPct val="115000"/>
              </a:lnSpc>
              <a:spcBef>
                <a:spcPts val="600"/>
              </a:spcBef>
              <a:spcAft>
                <a:spcPts val="0"/>
              </a:spcAft>
              <a:buNone/>
            </a:pPr>
            <a:r>
              <a:rPr lang="en-GB" sz="203200">
                <a:latin typeface="Consolas"/>
                <a:solidFill>
                  <a:schemeClr val="dk1"/>
                </a:solidFill>
              </a:rPr>
              <a:t>final String data = await rootBundle.loadString('assets/sandwiches.json');</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Flutter's asset guide: </a:t>
            </a:r>
            <a:r>
              <a:rPr lang="en-GB" sz="215900" u="sng">
                <a:hlinkClick r:id="rId3"/>
                <a:solidFill>
                  <a:schemeClr val="hlink"/>
                </a:solidFill>
              </a:rPr>
              <a:t>docs.flutter.dev/ui/assets/assets-and-images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30"/>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r>
              <a:t>JSON assets</a:t>
            </a:r>
          </a:p>
        </p:txBody>
      </p:sp>
      <p:sp>
        <p:nvSpPr>
          <p:cNvPr id="135" name="Google Shape;135;p30"/>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Parsing JSON</a:t>
            </a:r>
          </a:p>
        </p:txBody>
      </p:sp>
      <p:sp>
        <p:nvSpPr>
          <p:cNvPr id="136" name="Google Shape;136;p30"/>
          <p:cNvSpPr txBox="1"/>
          <p:nvPr/>
        </p:nvSpPr>
        <p:spPr>
          <a:xfrm>
            <a:off x="540000" y="1440000"/>
            <a:ext cx="5175000" cy="6257700"/>
          </a:xfrm>
          <a:prstGeom prst="rect">
            <a:avLst/>
          </a:prstGeom>
          <a:noFill/>
          <a:ln>
            <a:noFill/>
          </a:ln>
        </p:spPr>
        <p:txBody>
          <a:bodyPr anchorCtr="0" anchor="t" bIns="91425" lIns="91425" spcFirstLastPara="1" rIns="91425" wrap="square" tIns="91425">
            <a:spAutoFit/>
          </a:bodyPr>
          <a:lstStyle/>
          <a:p>
            <a:pPr indent="-336550" marL="457200" rtl="0" algn="l" lvl="0">
              <a:buClr>
                <a:schemeClr val="dk1"/>
              </a:buClr>
              <a:buSzPts val="1700"/>
              <a:lnSpc>
                <a:spcPct val="135000"/>
              </a:lnSpc>
              <a:spcBef>
                <a:spcPts val="0"/>
              </a:spcBef>
              <a:spcAft>
                <a:spcPts val="0"/>
              </a:spcAft>
              <a:buChar char="●"/>
            </a:pPr>
            <a:r>
              <a:rPr lang="en-GB" sz="215900">
                <a:latin typeface="Roboto Mono"/>
                <a:solidFill>
                  <a:schemeClr val="dk1"/>
                </a:solidFill>
              </a:rPr>
              <a:t>dart:convert</a:t>
            </a:r>
            <a:r>
              <a:rPr lang="en-GB" sz="215900">
                <a:solidFill>
                  <a:schemeClr val="dk1"/>
                </a:solidFill>
              </a:rPr>
              <a:t> provides </a:t>
            </a:r>
            <a:r>
              <a:rPr lang="en-GB" sz="215900">
                <a:latin typeface="Roboto Mono"/>
                <a:solidFill>
                  <a:schemeClr val="dk1"/>
                </a:solidFill>
              </a:rPr>
              <a:t>jsonDecode</a:t>
            </a:r>
            <a:r>
              <a:rPr lang="en-GB" sz="215900">
                <a:solidFill>
                  <a:schemeClr val="dk1"/>
                </a:solidFill>
              </a:rPr>
              <a:t> to convert raw strings into collections:</a:t>
            </a:r>
            <a:endParaRPr sz="1700">
              <a:solidFill>
                <a:schemeClr val="dk1"/>
              </a:solidFill>
            </a:endParaRPr>
          </a:p>
          <a:p>
            <a:pPr lvl="0" marL="457200" indent="-336550" algn="l">
              <a:lnSpc>
                <a:spcPct val="115000"/>
              </a:lnSpc>
              <a:spcBef>
                <a:spcPts val="600"/>
              </a:spcBef>
              <a:spcAft>
                <a:spcPts val="0"/>
              </a:spcAft>
              <a:buNone/>
            </a:pPr>
            <a:r>
              <a:rPr lang="en-GB" sz="203200">
                <a:latin typeface="Consolas"/>
                <a:solidFill>
                  <a:schemeClr val="dk1"/>
                </a:solidFill>
              </a:rPr>
              <a:t>import 'dart:convert';
final dynamic decoded = jsonDecode(data);
final List&lt;dynamic&gt; jsonList = decoded as List&lt;dynamic&gt;;</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jsonDecode returns dynamic: always cast collections explicitly.</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A procedural </a:t>
            </a:r>
            <a:r>
              <a:rPr lang="en-GB" sz="215900">
                <a:latin typeface="Roboto Mono"/>
                <a:solidFill>
                  <a:schemeClr val="dk1"/>
                </a:solidFill>
              </a:rPr>
              <a:t>for-in</a:t>
            </a:r>
            <a:r>
              <a:rPr lang="en-GB" sz="215900">
                <a:solidFill>
                  <a:schemeClr val="dk1"/>
                </a:solidFill>
              </a:rPr>
              <a:t> loop iterates and converts each map:</a:t>
            </a:r>
          </a:p>
          <a:p>
            <a:pPr lvl="0" marL="457200" indent="-336550" algn="l">
              <a:lnSpc>
                <a:spcPct val="115000"/>
              </a:lnSpc>
              <a:spcBef>
                <a:spcPts val="600"/>
              </a:spcBef>
              <a:spcAft>
                <a:spcPts val="0"/>
              </a:spcAft>
              <a:buNone/>
            </a:pPr>
            <a:r>
              <a:rPr lang="en-GB" sz="203200">
                <a:latin typeface="Consolas"/>
                <a:solidFill>
                  <a:schemeClr val="dk1"/>
                </a:solidFill>
              </a:rPr>
              <a:t>final List&lt;Sandwich&gt; menu = &lt;Sandwich&gt;[];
for (final dynamic item in jsonList) {
  menu.add(Sandwich.fromJson(item as Map&lt;String, dynamic&gt;));
}</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Explicit loops keep parsing logic transparent and beginners can step through.</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31"/>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r>
              <a:t>JSON assets</a:t>
            </a:r>
          </a:p>
        </p:txBody>
      </p:sp>
      <p:sp>
        <p:nvSpPr>
          <p:cNvPr id="142" name="Google Shape;142;p31"/>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Model conversions</a:t>
            </a:r>
          </a:p>
        </p:txBody>
      </p:sp>
      <p:sp>
        <p:nvSpPr>
          <p:cNvPr id="143" name="Google Shape;143;p31"/>
          <p:cNvSpPr txBox="1"/>
          <p:nvPr/>
        </p:nvSpPr>
        <p:spPr>
          <a:xfrm>
            <a:off x="540000" y="1440000"/>
            <a:ext cx="5175000" cy="7064400"/>
          </a:xfrm>
          <a:prstGeom prst="rect">
            <a:avLst/>
          </a:prstGeom>
          <a:noFill/>
          <a:ln>
            <a:noFill/>
          </a:ln>
        </p:spPr>
        <p:txBody>
          <a:bodyPr anchorCtr="0" anchor="t" bIns="91425" lIns="91425" spcFirstLastPara="1" rIns="91425" wrap="square" tIns="91425">
            <a:normAutofit lnSpcReduction="20000"/>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A factory constructor creates a model from a </a:t>
            </a:r>
            <a:r>
              <a:rPr lang="en-GB" sz="215900">
                <a:latin typeface="Roboto Mono"/>
                <a:solidFill>
                  <a:schemeClr val="dk1"/>
                </a:solidFill>
              </a:rPr>
              <a:t>Map&lt;String, dynamic&gt;</a:t>
            </a:r>
            <a:r>
              <a:rPr lang="en-GB" sz="215900">
                <a:solidFill>
                  <a:schemeClr val="dk1"/>
                </a:solidFill>
              </a:rPr>
              <a:t>:</a:t>
            </a:r>
            <a:endParaRPr sz="1700">
              <a:solidFill>
                <a:schemeClr val="dk1"/>
              </a:solidFill>
            </a:endParaRPr>
          </a:p>
          <a:p>
            <a:pPr lvl="0" marL="457200" indent="-336550" algn="l">
              <a:lnSpc>
                <a:spcPct val="115000"/>
              </a:lnSpc>
              <a:spcBef>
                <a:spcPts val="600"/>
              </a:spcBef>
              <a:spcAft>
                <a:spcPts val="0"/>
              </a:spcAft>
              <a:buNone/>
            </a:pPr>
            <a:r>
              <a:rPr lang="en-GB" sz="203200">
                <a:latin typeface="Consolas"/>
                <a:solidFill>
                  <a:schemeClr val="dk1"/>
                </a:solidFill>
              </a:rPr>
              <a:t>factory Sandwich.fromJson(Map&lt;String, dynamic&gt; json) {
  return Sandwich(
    name: json['name'] as String,
    price: (json['price'] as num).toDouble(),
  );
}</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Numbers in JSON may be int or double: cast to num before toDouble().</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A </a:t>
            </a:r>
            <a:r>
              <a:rPr lang="en-GB" sz="215900">
                <a:latin typeface="Roboto Mono"/>
                <a:solidFill>
                  <a:schemeClr val="dk1"/>
                </a:solidFill>
              </a:rPr>
              <a:t>toJson</a:t>
            </a:r>
            <a:r>
              <a:rPr lang="en-GB" sz="215900">
                <a:solidFill>
                  <a:schemeClr val="dk1"/>
                </a:solidFill>
              </a:rPr>
              <a:t> method converts models back into a map for storage:</a:t>
            </a:r>
          </a:p>
          <a:p>
            <a:pPr lvl="0" marL="457200" indent="-336550" algn="l">
              <a:lnSpc>
                <a:spcPct val="115000"/>
              </a:lnSpc>
              <a:spcBef>
                <a:spcPts val="600"/>
              </a:spcBef>
              <a:spcAft>
                <a:spcPts val="0"/>
              </a:spcAft>
              <a:buNone/>
            </a:pPr>
            <a:r>
              <a:rPr lang="en-GB" sz="203200">
                <a:latin typeface="Consolas"/>
                <a:solidFill>
                  <a:schemeClr val="dk1"/>
                </a:solidFill>
              </a:rPr>
              <a:t>Map&lt;String, dynamic&gt; toJson() {
  return &lt;String, dynamic&gt;{'name': name, 'price': price};
}</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Flutter serialisation documentation: </a:t>
            </a:r>
            <a:r>
              <a:rPr lang="en-GB" sz="215900" u="sng">
                <a:hlinkClick r:id="rId3"/>
                <a:solidFill>
                  <a:schemeClr val="hlink"/>
                </a:solidFill>
              </a:rPr>
              <a:t>docs.flutter.dev/data-and-backend/serialization/json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32"/>
          <p:cNvSpPr txBox="1"/>
          <p:nvPr>
            <p:ph idx="4294967295" type="title"/>
          </p:nvPr>
        </p:nvSpPr>
        <p:spPr>
          <a:xfrm>
            <a:off x="0" y="0"/>
            <a:ext cx="5715000" cy="8572500"/>
          </a:xfrm>
          <a:prstGeom prst="rect">
            <a:avLst/>
          </a:prstGeom>
          <a:solidFill>
            <a:srgbClr val="D1FAE5"/>
          </a:solidFill>
        </p:spPr>
        <p:txBody>
          <a:bodyPr anchorCtr="0" anchor="ctr" bIns="88875" lIns="88875" spcFirstLastPara="1" rIns="88875" wrap="square" tIns="88875">
            <a:noAutofit/>
          </a:bodyPr>
          <a:lstStyle/>
          <a:p>
            <a:r>
              <a:t>Asynchronous loading</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33"/>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r>
              <a:t>Asynchronous loading</a:t>
            </a:r>
          </a:p>
        </p:txBody>
      </p:sp>
      <p:sp>
        <p:nvSpPr>
          <p:cNvPr id="154" name="Google Shape;154;p33"/>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Futures and async/await</a:t>
            </a:r>
          </a:p>
        </p:txBody>
      </p:sp>
      <p:sp>
        <p:nvSpPr>
          <p:cNvPr id="155" name="Google Shape;155;p33"/>
          <p:cNvSpPr txBox="1"/>
          <p:nvPr/>
        </p:nvSpPr>
        <p:spPr>
          <a:xfrm>
            <a:off x="540000" y="1440000"/>
            <a:ext cx="5175000" cy="6711000"/>
          </a:xfrm>
          <a:prstGeom prst="rect">
            <a:avLst/>
          </a:prstGeom>
          <a:noFill/>
          <a:ln>
            <a:noFill/>
          </a:ln>
        </p:spPr>
        <p:txBody>
          <a:bodyPr anchorCtr="0" anchor="t" bIns="91425" lIns="91425" spcFirstLastPara="1" rIns="91425" wrap="square" tIns="91425">
            <a:spAutoFit/>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Reading assets from disk is I/O: it takes time and must not block the UI.</a:t>
            </a:r>
            <a:endParaRPr sz="1700">
              <a:solidFill>
                <a:schemeClr val="dk1"/>
              </a:solidFill>
            </a:endParaRP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A </a:t>
            </a:r>
            <a:r>
              <a:rPr lang="en-GB" sz="215900">
                <a:latin typeface="Roboto Mono"/>
                <a:solidFill>
                  <a:schemeClr val="dk1"/>
                </a:solidFill>
              </a:rPr>
              <a:t>Future&lt;T&gt;</a:t>
            </a:r>
            <a:r>
              <a:rPr lang="en-GB" sz="215900">
                <a:solidFill>
                  <a:schemeClr val="dk1"/>
                </a:solidFill>
              </a:rPr>
              <a:t> represents a value that will become available later.</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Mark functions </a:t>
            </a:r>
            <a:r>
              <a:rPr lang="en-GB" sz="215900">
                <a:latin typeface="Roboto Mono"/>
                <a:solidFill>
                  <a:schemeClr val="dk1"/>
                </a:solidFill>
              </a:rPr>
              <a:t>async</a:t>
            </a:r>
            <a:r>
              <a:rPr lang="en-GB" sz="215900">
                <a:solidFill>
                  <a:schemeClr val="dk1"/>
                </a:solidFill>
              </a:rPr>
              <a:t> to pause at </a:t>
            </a:r>
            <a:r>
              <a:rPr lang="en-GB" sz="215900">
                <a:latin typeface="Roboto Mono"/>
                <a:solidFill>
                  <a:schemeClr val="dk1"/>
                </a:solidFill>
              </a:rPr>
              <a:t>await</a:t>
            </a:r>
            <a:r>
              <a:rPr lang="en-GB" sz="215900">
                <a:solidFill>
                  <a:schemeClr val="dk1"/>
                </a:solidFill>
              </a:rPr>
              <a:t> without freezing the screen:</a:t>
            </a:r>
          </a:p>
          <a:p>
            <a:pPr lvl="0" marL="457200" indent="-336550" algn="l">
              <a:lnSpc>
                <a:spcPct val="115000"/>
              </a:lnSpc>
              <a:spcBef>
                <a:spcPts val="600"/>
              </a:spcBef>
              <a:spcAft>
                <a:spcPts val="0"/>
              </a:spcAft>
              <a:buNone/>
            </a:pPr>
            <a:r>
              <a:rPr lang="en-GB" sz="203200">
                <a:latin typeface="Consolas"/>
                <a:solidFill>
                  <a:schemeClr val="dk1"/>
                </a:solidFill>
              </a:rPr>
              <a:t>Future&lt;List&lt;Sandwich&gt;&gt; loadMenu() async {
  final String text = await rootBundle.loadString('assets/sandwiches.json');
  return parseSandwiches(text);
}</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While awaiting, Flutter continues to render animations smoothly at 60 fps.</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Dart async codelab: </a:t>
            </a:r>
            <a:r>
              <a:rPr lang="en-GB" sz="215900" u="sng">
                <a:hlinkClick r:id="rId4"/>
                <a:solidFill>
                  <a:schemeClr val="hlink"/>
                </a:solidFill>
              </a:rPr>
              <a:t>dart.dev/codelabs/async-await</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4"/>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r>
              <a:t>Asynchronous loading</a:t>
            </a:r>
          </a:p>
        </p:txBody>
      </p:sp>
      <p:sp>
        <p:nvSpPr>
          <p:cNvPr id="161" name="Google Shape;161;p34"/>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Lifecycle and initState</a:t>
            </a:r>
          </a:p>
        </p:txBody>
      </p:sp>
      <p:sp>
        <p:nvSpPr>
          <p:cNvPr id="162" name="Google Shape;162;p34"/>
          <p:cNvSpPr txBox="1"/>
          <p:nvPr/>
        </p:nvSpPr>
        <p:spPr>
          <a:xfrm>
            <a:off x="540000" y="1440000"/>
            <a:ext cx="5175000" cy="7128300"/>
          </a:xfrm>
          <a:prstGeom prst="rect">
            <a:avLst/>
          </a:prstGeom>
          <a:noFill/>
          <a:ln>
            <a:noFill/>
          </a:ln>
        </p:spPr>
        <p:txBody>
          <a:bodyPr anchorCtr="0" anchor="t" bIns="91425" lIns="91425" spcFirstLastPara="1" rIns="91425" wrap="square" tIns="91425">
            <a:normAutofit lnSpcReduction="10000"/>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StatefulWidget has lifecycle methods that execute as widgets mount.</a:t>
            </a:r>
            <a:endParaRPr sz="1700">
              <a:solidFill>
                <a:schemeClr val="dk1"/>
              </a:solidFill>
            </a:endParaRPr>
          </a:p>
          <a:p>
            <a:pPr lvl="0" marL="457200" indent="-336550" algn="l">
              <a:lnSpc>
                <a:spcPct val="135000"/>
              </a:lnSpc>
              <a:spcBef>
                <a:spcPts val="1000"/>
              </a:spcBef>
              <a:spcAft>
                <a:spcPts val="0"/>
              </a:spcAft>
              <a:buChar char="●"/>
              <a:buClr>
                <a:schemeClr val="dk1"/>
              </a:buClr>
              <a:buSzPts val="1700"/>
            </a:pPr>
            <a:r>
              <a:rPr lang="en-GB" sz="215900">
                <a:latin typeface="Roboto Mono"/>
                <a:solidFill>
                  <a:schemeClr val="dk1"/>
                </a:solidFill>
              </a:rPr>
              <a:t>initState</a:t>
            </a:r>
            <a:r>
              <a:rPr lang="en-GB" sz="215900">
                <a:solidFill>
                  <a:schemeClr val="dk1"/>
                </a:solidFill>
              </a:rPr>
              <a:t> runs exactly once when the State object is inserted into the tree:</a:t>
            </a:r>
          </a:p>
          <a:p>
            <a:pPr lvl="0" marL="457200" indent="-336550" algn="l">
              <a:lnSpc>
                <a:spcPct val="115000"/>
              </a:lnSpc>
              <a:spcBef>
                <a:spcPts val="600"/>
              </a:spcBef>
              <a:spcAft>
                <a:spcPts val="0"/>
              </a:spcAft>
              <a:buNone/>
            </a:pPr>
            <a:r>
              <a:rPr lang="en-GB" sz="203200">
                <a:latin typeface="Consolas"/>
                <a:solidFill>
                  <a:schemeClr val="dk1"/>
                </a:solidFill>
              </a:rPr>
              <a:t>@override
void initState() {
  super.initState();
  _loadMenu();
}</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Always call </a:t>
            </a:r>
            <a:r>
              <a:rPr lang="en-GB" sz="215900">
                <a:latin typeface="Roboto Mono"/>
                <a:solidFill>
                  <a:schemeClr val="dk1"/>
                </a:solidFill>
              </a:rPr>
              <a:t>super.initState()</a:t>
            </a:r>
            <a:r>
              <a:rPr lang="en-GB" sz="215900">
                <a:solidFill>
                  <a:schemeClr val="dk1"/>
                </a:solidFill>
              </a:rPr>
              <a:t> before any setup logic.</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Never trigger async loads directly in build(); build must be synchronous.</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initState documentation: </a:t>
            </a:r>
            <a:r>
              <a:rPr lang="en-GB" sz="215900" u="sng">
                <a:hlinkClick r:id="rId4"/>
                <a:solidFill>
                  <a:schemeClr val="hlink"/>
                </a:solidFill>
              </a:rPr>
              <a:t>api.flutter.dev/flutter/widgets/State/initState.html</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35"/>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r>
              <a:t>Asynchronous loading</a:t>
            </a:r>
          </a:p>
        </p:txBody>
      </p:sp>
      <p:sp>
        <p:nvSpPr>
          <p:cNvPr id="168" name="Google Shape;168;p35"/>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Loading and error states</a:t>
            </a:r>
          </a:p>
        </p:txBody>
      </p:sp>
      <p:sp>
        <p:nvSpPr>
          <p:cNvPr id="169" name="Google Shape;169;p35"/>
          <p:cNvSpPr txBox="1"/>
          <p:nvPr/>
        </p:nvSpPr>
        <p:spPr>
          <a:xfrm>
            <a:off x="540000" y="1440000"/>
            <a:ext cx="5175000" cy="5669400"/>
          </a:xfrm>
          <a:prstGeom prst="rect">
            <a:avLst/>
          </a:prstGeom>
          <a:noFill/>
          <a:ln>
            <a:noFill/>
          </a:ln>
        </p:spPr>
        <p:txBody>
          <a:bodyPr anchorCtr="0" anchor="t" bIns="91425" lIns="91425" spcFirstLastPara="1" rIns="91425" wrap="square" tIns="91425">
            <a:spAutoFit/>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Asynchronous data flows through three states: loading, loaded, and failed.</a:t>
            </a:r>
            <a:endParaRPr sz="1700">
              <a:solidFill>
                <a:schemeClr val="dk1"/>
              </a:solidFill>
            </a:endParaRP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Track these with state fields: </a:t>
            </a:r>
            <a:r>
              <a:rPr lang="en-GB" sz="215900">
                <a:latin typeface="Roboto Mono"/>
                <a:solidFill>
                  <a:schemeClr val="dk1"/>
                </a:solidFill>
              </a:rPr>
              <a:t>bool _isLoading = true; String? _error;</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In build, return the appropriate widget based on current state:</a:t>
            </a:r>
          </a:p>
          <a:p>
            <a:pPr lvl="0" marL="457200" indent="-336550" algn="l">
              <a:lnSpc>
                <a:spcPct val="115000"/>
              </a:lnSpc>
              <a:spcBef>
                <a:spcPts val="600"/>
              </a:spcBef>
              <a:spcAft>
                <a:spcPts val="0"/>
              </a:spcAft>
              <a:buNone/>
            </a:pPr>
            <a:r>
              <a:rPr lang="en-GB" sz="203200">
                <a:latin typeface="Consolas"/>
                <a:solidFill>
                  <a:schemeClr val="dk1"/>
                </a:solidFill>
              </a:rPr>
              <a:t>if (_isLoading) {
  return const Center(child: CircularProgressIndicator());
}
if (_error != null) {
  return Center(child: Text(_error!));
}
return ListView.builder(...);</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CircularProgressIndicator reference: </a:t>
            </a:r>
            <a:r>
              <a:rPr lang="en-GB" sz="215900" u="sng">
                <a:hlinkClick r:id="rId4"/>
                <a:solidFill>
                  <a:schemeClr val="hlink"/>
                </a:solidFill>
              </a:rPr>
              <a:t>api.flutter.dev/flutter/material/CircularProgressIndicator-class.html</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6"/>
          <p:cNvSpPr txBox="1"/>
          <p:nvPr>
            <p:ph idx="4294967295" type="title"/>
          </p:nvPr>
        </p:nvSpPr>
        <p:spPr>
          <a:xfrm>
            <a:off x="0" y="0"/>
            <a:ext cx="5715000" cy="8572500"/>
          </a:xfrm>
          <a:prstGeom prst="rect">
            <a:avLst/>
          </a:prstGeom>
          <a:solidFill>
            <a:srgbClr val="581845"/>
          </a:solidFill>
        </p:spPr>
        <p:txBody>
          <a:bodyPr anchorCtr="0" anchor="ctr" bIns="88875" lIns="88875" spcFirstLastPara="1" rIns="88875" wrap="square" tIns="88875">
            <a:noAutofit/>
          </a:bodyPr>
          <a:lstStyle/>
          <a:p>
            <a:r>
              <a:t>Saved preferences</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7"/>
          <p:cNvSpPr txBox="1"/>
          <p:nvPr/>
        </p:nvSpPr>
        <p:spPr>
          <a:xfrm>
            <a:off x="463375" y="1440000"/>
            <a:ext cx="5251500" cy="7015500"/>
          </a:xfrm>
          <a:prstGeom prst="rect">
            <a:avLst/>
          </a:prstGeom>
          <a:noFill/>
          <a:ln>
            <a:noFill/>
          </a:ln>
        </p:spPr>
        <p:txBody>
          <a:bodyPr anchorCtr="0" anchor="t" bIns="91425" lIns="91425" spcFirstLastPara="1" rIns="91425" wrap="square" tIns="91425">
            <a:normAutofit fontScale="92500" lnSpcReduction="10000"/>
          </a:bodyPr>
          <a:lstStyle/>
          <a:p>
            <a:pPr indent="-336550" marL="457200" rtl="0" algn="l" lvl="0">
              <a:buClr>
                <a:schemeClr val="dk1"/>
              </a:buClr>
              <a:buSzPct val="100000"/>
              <a:lnSpc>
                <a:spcPct val="135000"/>
              </a:lnSpc>
              <a:spcBef>
                <a:spcPts val="0"/>
              </a:spcBef>
              <a:spcAft>
                <a:spcPts val="0"/>
              </a:spcAft>
              <a:buChar char="●"/>
              <a:buSzPts val="1700"/>
            </a:pPr>
            <a:r>
              <a:rPr lang="en-GB" sz="215900">
                <a:solidFill>
                  <a:schemeClr val="dk1"/>
                </a:solidFill>
              </a:rPr>
              <a:t>In-memory variables and singletons reset when the app process terminates.</a:t>
            </a:r>
            <a:endParaRPr sz="1700">
              <a:solidFill>
                <a:schemeClr val="dk1"/>
              </a:solidFill>
            </a:endParaRP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For user profiles, settings, and flags, we need persistent storage.</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shared_preferences wraps platform stores (SharedPreferences / NSUserDefaults).</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Add the package from terminal:</a:t>
            </a:r>
          </a:p>
          <a:p>
            <a:pPr lvl="0" marL="457200" indent="-336550" algn="l">
              <a:lnSpc>
                <a:spcPct val="115000"/>
              </a:lnSpc>
              <a:spcBef>
                <a:spcPts val="600"/>
              </a:spcBef>
              <a:spcAft>
                <a:spcPts val="0"/>
              </a:spcAft>
              <a:buNone/>
            </a:pPr>
            <a:r>
              <a:rPr lang="en-GB" sz="203200">
                <a:latin typeface="Consolas"/>
                <a:solidFill>
                  <a:schemeClr val="dk1"/>
                </a:solidFill>
              </a:rPr>
              <a:t>flutter pub add shared_preferences</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Data is saved by string keys (e.g. </a:t>
            </a:r>
            <a:r>
              <a:rPr lang="en-GB" sz="215900">
                <a:latin typeface="Roboto Mono"/>
                <a:solidFill>
                  <a:schemeClr val="dk1"/>
                </a:solidFill>
              </a:rPr>
              <a:t>'customer_name'</a:t>
            </a:r>
            <a:r>
              <a:rPr lang="en-GB" sz="215900">
                <a:solidFill>
                  <a:schemeClr val="dk1"/>
                </a:solidFill>
              </a:rPr>
              <a:t>, </a:t>
            </a:r>
            <a:r>
              <a:rPr lang="en-GB" sz="215900">
                <a:latin typeface="Roboto Mono"/>
                <a:solidFill>
                  <a:schemeClr val="dk1"/>
                </a:solidFill>
              </a:rPr>
              <a:t>'is_vegetarian'</a:t>
            </a:r>
            <a:r>
              <a:rPr lang="en-GB" sz="215900">
                <a:solidFill>
                  <a:schemeClr val="dk1"/>
                </a:solidFill>
              </a:rPr>
              <a:t>).</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Package documentation: </a:t>
            </a:r>
            <a:r>
              <a:rPr lang="en-GB" sz="215900" u="sng">
                <a:hlinkClick r:id="rId5"/>
                <a:solidFill>
                  <a:schemeClr val="hlink"/>
                </a:solidFill>
              </a:rPr>
              <a:t>pub.dev/packages/shared_preferences</a:t>
            </a:r>
          </a:p>
        </p:txBody>
      </p:sp>
      <p:sp>
        <p:nvSpPr>
          <p:cNvPr id="180" name="Google Shape;180;p37"/>
          <p:cNvSpPr txBox="1"/>
          <p:nvPr>
            <p:ph type="title"/>
          </p:nvPr>
        </p:nvSpPr>
        <p:spPr>
          <a:xfrm rot="-5400000">
            <a:off x="-4098750" y="4098525"/>
            <a:ext cx="8568600" cy="371100"/>
          </a:xfrm>
          <a:prstGeom prst="rect">
            <a:avLst/>
          </a:prstGeom>
          <a:solidFill>
            <a:srgbClr val="581845"/>
          </a:solidFill>
        </p:spPr>
        <p:txBody>
          <a:bodyPr anchorCtr="0" anchor="ctr" bIns="88875" lIns="88875" spcFirstLastPara="1" rIns="88875" wrap="square" tIns="88875">
            <a:noAutofit/>
          </a:bodyPr>
          <a:lstStyle/>
          <a:p>
            <a:r>
              <a:t>Saved preferences</a:t>
            </a:r>
          </a:p>
        </p:txBody>
      </p:sp>
      <p:sp>
        <p:nvSpPr>
          <p:cNvPr id="181" name="Google Shape;181;p37"/>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Key-value persistence</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8"/>
          <p:cNvSpPr txBox="1"/>
          <p:nvPr/>
        </p:nvSpPr>
        <p:spPr>
          <a:xfrm>
            <a:off x="463375" y="1440000"/>
            <a:ext cx="5251500" cy="6257700"/>
          </a:xfrm>
          <a:prstGeom prst="rect">
            <a:avLst/>
          </a:prstGeom>
          <a:noFill/>
          <a:ln>
            <a:noFill/>
          </a:ln>
        </p:spPr>
        <p:txBody>
          <a:bodyPr anchorCtr="0" anchor="t" bIns="91425" lIns="91425" spcFirstLastPara="1" rIns="91425" wrap="square" tIns="91425">
            <a:spAutoFit/>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Access the instance asynchronously, then save or retrieve:</a:t>
            </a:r>
            <a:endParaRPr sz="1700">
              <a:solidFill>
                <a:schemeClr val="dk1"/>
              </a:solidFill>
            </a:endParaRPr>
          </a:p>
          <a:p>
            <a:pPr lvl="0" marL="457200" indent="-336550" algn="l">
              <a:lnSpc>
                <a:spcPct val="115000"/>
              </a:lnSpc>
              <a:spcBef>
                <a:spcPts val="600"/>
              </a:spcBef>
              <a:spcAft>
                <a:spcPts val="0"/>
              </a:spcAft>
              <a:buNone/>
            </a:pPr>
            <a:r>
              <a:rPr lang="en-GB" sz="203200">
                <a:latin typeface="Consolas"/>
                <a:solidFill>
                  <a:schemeClr val="dk1"/>
                </a:solidFill>
              </a:rPr>
              <a:t>final SharedPreferences prefs = await SharedPreferences.getInstance();
await prefs.setString('customer_name', _nameController.text);
final String savedName = prefs.getString('customer_name') ?? '';</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The </a:t>
            </a:r>
            <a:r>
              <a:rPr lang="en-GB" sz="215900">
                <a:latin typeface="Roboto Mono"/>
                <a:solidFill>
                  <a:schemeClr val="dk1"/>
                </a:solidFill>
              </a:rPr>
              <a:t>??</a:t>
            </a:r>
            <a:r>
              <a:rPr lang="en-GB" sz="215900">
                <a:solidFill>
                  <a:schemeClr val="dk1"/>
                </a:solidFill>
              </a:rPr>
              <a:t> operator provides a default value when no key exists yet.</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Unit tests run in headless environments; mock initial values before testing:</a:t>
            </a:r>
          </a:p>
          <a:p>
            <a:pPr lvl="0" marL="457200" indent="-336550" algn="l">
              <a:lnSpc>
                <a:spcPct val="115000"/>
              </a:lnSpc>
              <a:spcBef>
                <a:spcPts val="600"/>
              </a:spcBef>
              <a:spcAft>
                <a:spcPts val="0"/>
              </a:spcAft>
              <a:buNone/>
            </a:pPr>
            <a:r>
              <a:rPr lang="en-GB" sz="203200">
                <a:latin typeface="Consolas"/>
                <a:solidFill>
                  <a:schemeClr val="dk1"/>
                </a:solidFill>
              </a:rPr>
              <a:t>SharedPreferences.setMockInitialValues(&lt;String, Object&gt;{
  'customer_name': 'Alex',
  'is_vegetarian': true,
});</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Mocked tests run in milliseconds without launching an emulator.</a:t>
            </a:r>
          </a:p>
        </p:txBody>
      </p:sp>
      <p:sp>
        <p:nvSpPr>
          <p:cNvPr id="187" name="Google Shape;187;p38"/>
          <p:cNvSpPr txBox="1"/>
          <p:nvPr>
            <p:ph type="title"/>
          </p:nvPr>
        </p:nvSpPr>
        <p:spPr>
          <a:xfrm rot="-5400000">
            <a:off x="-4098750" y="4098525"/>
            <a:ext cx="8568600" cy="371100"/>
          </a:xfrm>
          <a:prstGeom prst="rect">
            <a:avLst/>
          </a:prstGeom>
          <a:solidFill>
            <a:srgbClr val="581845"/>
          </a:solidFill>
        </p:spPr>
        <p:txBody>
          <a:bodyPr anchorCtr="0" anchor="ctr" bIns="88875" lIns="88875" spcFirstLastPara="1" rIns="88875" wrap="square" tIns="88875">
            <a:noAutofit/>
          </a:bodyPr>
          <a:lstStyle/>
          <a:p>
            <a:r>
              <a:t>Saved preferences</a:t>
            </a:r>
          </a:p>
        </p:txBody>
      </p:sp>
      <p:sp>
        <p:nvSpPr>
          <p:cNvPr id="188" name="Google Shape;188;p38"/>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r>
              <a:t>Reading, writing and testing</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2" name="Shape 192"/>
        <p:cNvGrpSpPr/>
        <p:nvPr/>
      </p:nvGrpSpPr>
      <p:grpSpPr>
        <a:xfrm>
          <a:off x="0" y="0"/>
          <a:ext cx="0" cy="0"/>
          <a:chOff x="0" y="0"/>
          <a:chExt cx="0" cy="0"/>
        </a:xfrm>
      </p:grpSpPr>
      <p:sp>
        <p:nvSpPr>
          <p:cNvPr id="193" name="Google Shape;193;p39"/>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r>
              <a:t>Live coding</a:t>
            </a:r>
          </a:p>
        </p:txBody>
      </p:sp>
      <p:sp>
        <p:nvSpPr>
          <p:cNvPr id="194" name="Google Shape;194;p39"/>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We continue from branching (L3), merge conflicts (L4), and pull requests (L5).</a:t>
            </a:r>
            <a:endParaRPr sz="1700">
              <a:solidFill>
                <a:schemeClr val="dk1"/>
              </a:solidFill>
            </a:endParaRP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Continuous Integration (CI): automating testing with GitHub Actions.</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Why teams use CI: ensure broken tests or formatting never land on main.</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A GitHub Actions workflow in </a:t>
            </a:r>
            <a:r>
              <a:rPr lang="en-GB" sz="215900">
                <a:latin typeface="Roboto Mono"/>
                <a:solidFill>
                  <a:schemeClr val="dk1"/>
                </a:solidFill>
              </a:rPr>
              <a:t>.github/workflows/ci.yml</a:t>
            </a:r>
            <a:r>
              <a:rPr lang="en-GB" sz="215900">
                <a:solidFill>
                  <a:schemeClr val="dk1"/>
                </a:solidFill>
              </a:rPr>
              <a:t> runs on every PR.</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Live demonstration:</a:t>
            </a:r>
          </a:p>
          <a:p>
            <a:pPr lvl="1" marL="914400" indent="-336550" algn="l">
              <a:lnSpc>
                <a:spcPct val="135000"/>
              </a:lnSpc>
              <a:spcBef>
                <a:spcPts val="800"/>
              </a:spcBef>
              <a:spcAft>
                <a:spcPts val="0"/>
              </a:spcAft>
              <a:buChar char="○"/>
              <a:buClr>
                <a:schemeClr val="dk1"/>
              </a:buClr>
              <a:buSzPts val="1700"/>
            </a:pPr>
            <a:r>
              <a:rPr lang="en-GB" sz="215900">
                <a:solidFill>
                  <a:schemeClr val="dk1"/>
                </a:solidFill>
              </a:rPr>
              <a:t>1. Open a pull request with a broken test: GitHub Actions flags red failure.</a:t>
            </a:r>
          </a:p>
          <a:p>
            <a:pPr lvl="1" marL="914400" indent="-336550" algn="l">
              <a:lnSpc>
                <a:spcPct val="135000"/>
              </a:lnSpc>
              <a:spcBef>
                <a:spcPts val="800"/>
              </a:spcBef>
              <a:spcAft>
                <a:spcPts val="0"/>
              </a:spcAft>
              <a:buChar char="○"/>
              <a:buClr>
                <a:schemeClr val="dk1"/>
              </a:buClr>
              <a:buSzPts val="1700"/>
            </a:pPr>
            <a:r>
              <a:rPr lang="en-GB" sz="215900">
                <a:solidFill>
                  <a:schemeClr val="dk1"/>
                </a:solidFill>
              </a:rPr>
              <a:t>2. Inspect the test logs directly inside GitHub.</a:t>
            </a:r>
          </a:p>
          <a:p>
            <a:pPr lvl="1" marL="914400" indent="-336550" algn="l">
              <a:lnSpc>
                <a:spcPct val="135000"/>
              </a:lnSpc>
              <a:spcBef>
                <a:spcPts val="800"/>
              </a:spcBef>
              <a:spcAft>
                <a:spcPts val="0"/>
              </a:spcAft>
              <a:buChar char="○"/>
              <a:buClr>
                <a:schemeClr val="dk1"/>
              </a:buClr>
              <a:buSzPts val="1700"/>
            </a:pPr>
            <a:r>
              <a:rPr lang="en-GB" sz="215900">
                <a:solidFill>
                  <a:schemeClr val="dk1"/>
                </a:solidFill>
              </a:rPr>
              <a:t>3. Push a fix commit: watch GitHub Actions turn green and unblock merge.</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GitHub Actions documentation: </a:t>
            </a:r>
            <a:r>
              <a:rPr lang="en-GB" sz="215900" u="sng">
                <a:hlinkClick r:id="rId5"/>
                <a:solidFill>
                  <a:schemeClr val="hlink"/>
                </a:solidFill>
              </a:rPr>
              <a:t>docs.github.com/en/actions/quickstart</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40"/>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r>
              <a:t>Demo 3 and Demo 4</a:t>
            </a:r>
          </a:p>
        </p:txBody>
      </p:sp>
      <p:sp>
        <p:nvSpPr>
          <p:cNvPr id="200" name="Google Shape;200;p40"/>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marL="457200" rtl="0" algn="l" lvl="0">
              <a:buClr>
                <a:schemeClr val="dk1"/>
              </a:buClr>
              <a:buSzPts val="1700"/>
              <a:lnSpc>
                <a:spcPct val="135000"/>
              </a:lnSpc>
              <a:spcBef>
                <a:spcPts val="0"/>
              </a:spcBef>
              <a:spcAft>
                <a:spcPts val="0"/>
              </a:spcAft>
              <a:buChar char="●"/>
            </a:pPr>
            <a:r>
              <a:rPr lang="en-GB" sz="215900">
                <a:solidFill>
                  <a:schemeClr val="dk1"/>
                </a:solidFill>
              </a:rPr>
              <a:t>Demo 3 wraps up Worksheet 5 and Worksheet 6 cinema exercises:</a:t>
            </a:r>
            <a:endParaRPr sz="1700">
              <a:solidFill>
                <a:schemeClr val="dk1"/>
              </a:solidFill>
            </a:endParaRPr>
          </a:p>
          <a:p>
            <a:pPr lvl="1" marL="914400" indent="-336550" algn="l">
              <a:lnSpc>
                <a:spcPct val="135000"/>
              </a:lnSpc>
              <a:spcBef>
                <a:spcPts val="800"/>
              </a:spcBef>
              <a:spcAft>
                <a:spcPts val="0"/>
              </a:spcAft>
              <a:buChar char="○"/>
              <a:buClr>
                <a:schemeClr val="dk1"/>
              </a:buClr>
              <a:buSzPts val="1700"/>
            </a:pPr>
            <a:r>
              <a:rPr lang="en-GB" sz="215900">
                <a:solidFill>
                  <a:schemeClr val="dk1"/>
                </a:solidFill>
              </a:rPr>
              <a:t>Navigation routes, booking basket, customer settings form, and saved preferences.</a:t>
            </a:r>
          </a:p>
          <a:p>
            <a:pPr lvl="1" marL="914400" indent="-336550" algn="l">
              <a:lnSpc>
                <a:spcPct val="135000"/>
              </a:lnSpc>
              <a:spcBef>
                <a:spcPts val="800"/>
              </a:spcBef>
              <a:spcAft>
                <a:spcPts val="0"/>
              </a:spcAft>
              <a:buChar char="○"/>
              <a:buClr>
                <a:schemeClr val="dk1"/>
              </a:buClr>
              <a:buSzPts val="1700"/>
            </a:pPr>
            <a:r>
              <a:rPr lang="en-GB" sz="215900">
                <a:solidFill>
                  <a:schemeClr val="dk1"/>
                </a:solidFill>
              </a:rPr>
              <a:t>Ensure unit tests and widget tests pass before demonstrating.</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Coming in Worksheet 7 (Demo 4):</a:t>
            </a:r>
          </a:p>
          <a:p>
            <a:pPr lvl="1" marL="914400" indent="-336550" algn="l">
              <a:lnSpc>
                <a:spcPct val="135000"/>
              </a:lnSpc>
              <a:spcBef>
                <a:spcPts val="800"/>
              </a:spcBef>
              <a:spcAft>
                <a:spcPts val="0"/>
              </a:spcAft>
              <a:buChar char="○"/>
              <a:buClr>
                <a:schemeClr val="dk1"/>
              </a:buClr>
              <a:buSzPts val="1700"/>
            </a:pPr>
            <a:r>
              <a:rPr lang="en-GB" sz="215900">
                <a:solidFill>
                  <a:schemeClr val="dk1"/>
                </a:solidFill>
              </a:rPr>
              <a:t>SQLite databases (sqflite), saved purchase history, and running on Android emulators.</a:t>
            </a:r>
          </a:p>
          <a:p>
            <a:pPr lvl="1" marL="914400" indent="-336550" algn="l">
              <a:lnSpc>
                <a:spcPct val="135000"/>
              </a:lnSpc>
              <a:spcBef>
                <a:spcPts val="800"/>
              </a:spcBef>
              <a:spcAft>
                <a:spcPts val="0"/>
              </a:spcAft>
              <a:buChar char="○"/>
              <a:buClr>
                <a:schemeClr val="dk1"/>
              </a:buClr>
              <a:buSzPts val="1700"/>
            </a:pPr>
            <a:r>
              <a:rPr lang="en-GB" sz="215900">
                <a:solidFill>
                  <a:schemeClr val="dk1"/>
                </a:solidFill>
              </a:rPr>
              <a:t>Test coverage visualised with Flutter Coverage becomes mandatory for Demo 4.</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Demonstrate in your own timetabled practical session.</a:t>
            </a:r>
          </a:p>
          <a:p>
            <a:pPr lvl="0" marL="457200" indent="-336550" algn="l">
              <a:lnSpc>
                <a:spcPct val="135000"/>
              </a:lnSpc>
              <a:spcBef>
                <a:spcPts val="1000"/>
              </a:spcBef>
              <a:spcAft>
                <a:spcPts val="0"/>
              </a:spcAft>
              <a:buChar char="●"/>
              <a:buClr>
                <a:schemeClr val="dk1"/>
              </a:buClr>
              <a:buSzPts val="1700"/>
            </a:pPr>
            <a:r>
              <a:rPr lang="en-GB" sz="215900">
                <a:solidFill>
                  <a:schemeClr val="dk1"/>
                </a:solidFill>
              </a:rPr>
              <a:t>Coursework information on the web page: </a:t>
            </a:r>
            <a:r>
              <a:rPr lang="en-GB" sz="215900" u="sng">
                <a:hlinkClick r:id="rId3"/>
                <a:solidFill>
                  <a:schemeClr val="hlink"/>
                </a:solidFill>
              </a:rPr>
              <a:t>manighahrmani.github.io/sandwich_shop/</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41"/>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Module feedback</a:t>
            </a:r>
            <a:endParaRPr/>
          </a:p>
        </p:txBody>
      </p:sp>
      <p:sp>
        <p:nvSpPr>
          <p:cNvPr id="206" name="Google Shape;206;p41"/>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Give us your feedback, comments, criticisms, or insults by filling out the following form.</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It’s anonymous; you need to sign in via your student account, but your details aren’t recorded.</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Use this link or the QR code: </a:t>
            </a:r>
            <a:r>
              <a:rPr lang="en-GB" u="sng">
                <a:solidFill>
                  <a:schemeClr val="hlink"/>
                </a:solidFill>
                <a:hlinkClick r:id="rId3"/>
              </a:rPr>
              <a:t>forms.cloud.microsoft/e/88jd4UGAui</a:t>
            </a:r>
            <a:endParaRPr/>
          </a:p>
          <a:p>
            <a:pPr indent="0" lvl="0" marL="0" rtl="0" algn="l">
              <a:spcBef>
                <a:spcPts val="1000"/>
              </a:spcBef>
              <a:spcAft>
                <a:spcPts val="1500"/>
              </a:spcAft>
              <a:buNone/>
            </a:pPr>
            <a:r>
              <a:t/>
            </a:r>
            <a:endParaRPr/>
          </a:p>
        </p:txBody>
      </p:sp>
      <p:pic>
        <p:nvPicPr>
          <p:cNvPr id="207" name="Google Shape;207;p41" title="QRCode for Flutter Module Feedback Form.png"/>
          <p:cNvPicPr preferRelativeResize="0"/>
          <p:nvPr/>
        </p:nvPicPr>
        <p:blipFill>
          <a:blip r:embed="rId4">
            <a:alphaModFix/>
          </a:blip>
          <a:stretch>
            <a:fillRect/>
          </a:stretch>
        </p:blipFill>
        <p:spPr>
          <a:xfrm>
            <a:off x="1263638" y="4635875"/>
            <a:ext cx="3297776" cy="32977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FF5733"/>
      </a:accent3>
      <a:accent4>
        <a:srgbClr val="34D1BF"/>
      </a:accent4>
      <a:accent5>
        <a:srgbClr val="F9E79F"/>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