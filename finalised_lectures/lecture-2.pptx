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8572500" cx="5715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b71da5ba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b71da5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a8f7da0b_1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ba8f7da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a8f7da0b_1_1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a8f7da0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learngitbranching.js.org" TargetMode="External"/><Relationship Id="rId4" Type="http://schemas.openxmlformats.org/officeDocument/2006/relationships/hyperlink" Target="https://code.visualstudio.com/docs/sourcecontrol/merge-conflicts" TargetMode="External"/><Relationship Id="rId5" Type="http://schemas.openxmlformats.org/officeDocument/2006/relationships/hyperlink" Target="https://youtube.com/playlist?list=PLjxrf2q8roU23XGwz3Km7sQZFTdB996i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flutter.dev/learn/pathway/tutorial/widget-fundamental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flutter.dev/learn/pathway/tutorial/layout" TargetMode="External"/><Relationship Id="rId4" Type="http://schemas.openxmlformats.org/officeDocument/2006/relationships/hyperlink" Target="https://youtube.com/playlist?list=PLjxrf2q8roU23XGwz3Km7sQZFTdB996iG&amp;si=Y_Q70zf_feTc0Kq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wE7khGHVkYY" TargetMode="External"/><Relationship Id="rId4" Type="http://schemas.openxmlformats.org/officeDocument/2006/relationships/hyperlink" Target="https://docs.flutter.dev/flutter-for/declarativ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flutter.dev/data-and-backend/state-mgmt/ephemeral-vs-app" TargetMode="External"/><Relationship Id="rId4" Type="http://schemas.openxmlformats.org/officeDocument/2006/relationships/hyperlink" Target="https://www.youtube.com/watch?v=Gzz8FwSlsU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i.flutter.dev/flutter/widgets/StatelessWidget-class.html" TargetMode="External"/><Relationship Id="rId4" Type="http://schemas.openxmlformats.org/officeDocument/2006/relationships/hyperlink" Target="https://api.flutter.dev/flutter/widgets/StatefulWidget-class.html" TargetMode="External"/><Relationship Id="rId5" Type="http://schemas.openxmlformats.org/officeDocument/2006/relationships/hyperlink" Target="https://docs.flutter.dev/ui/interactivity" TargetMode="External"/><Relationship Id="rId6" Type="http://schemas.openxmlformats.org/officeDocument/2006/relationships/hyperlink" Target="https://docs.flutter.dev/learn/pathway/tutorial/stateful-widge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2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Widgets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Everything is a widget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Tech</a:t>
            </a:r>
            <a:r>
              <a:rPr lang="en-GB" sz="2800"/>
              <a:t> 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still need tech news from you!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 is some stuff: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 branches, visually and interactively: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learngitbranching.js.org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Resolving merge conflicts in VS Code: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code.visualstudio.com/docs/sourcecontrol/merge-conflicts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youtube.com/playlist?list=PLjxrf2q8roU23XGwz3Km7sQZFTdB996iG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Everything is a widget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3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Text, buttons, padding, layout, the whole screen: all widgets.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build screens by composing small widgets, not by editing one big file.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UI is a tree of widgets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fundamentals tutorial: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Create widgets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Let's</a:t>
            </a:r>
            <a:r>
              <a:rPr lang="en-GB" sz="1700">
                <a:solidFill>
                  <a:schemeClr val="dk1"/>
                </a:solidFill>
              </a:rPr>
              <a:t> do its quiz to test ourselves.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Composition </a:t>
            </a:r>
            <a:r>
              <a:rPr lang="en-GB" sz="2800"/>
              <a:t>and layout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9" name="Google Shape;129;p29"/>
          <p:cNvSpPr txBox="1"/>
          <p:nvPr/>
        </p:nvSpPr>
        <p:spPr>
          <a:xfrm>
            <a:off x="540000" y="1440000"/>
            <a:ext cx="51750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Small widgets combine into bigger ones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Reuse your own widgets; they take parameters too, like a function.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Layout: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docs.flutter.dev/learn/pathway/tutorial/layout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Let’s try its quiz too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youtube.com/playlist?list=PLjxrf2q8roU23XGwz3Km7sQZFTdB996iG&amp;si=Y_Q70zf_feTc0Kq0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Declarative UI</a:t>
            </a:r>
            <a:endParaRPr sz="2800"/>
          </a:p>
        </p:txBody>
      </p:sp>
      <p:sp>
        <p:nvSpPr>
          <p:cNvPr id="141" name="Google Shape;141;p31"/>
          <p:cNvSpPr txBox="1"/>
          <p:nvPr/>
        </p:nvSpPr>
        <p:spPr>
          <a:xfrm>
            <a:off x="540000" y="1440000"/>
            <a:ext cx="5175000" cy="7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Here’s an introductory video on stateless widgets: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youtube.com/watch?v=wE7khGHVkYY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(Watch the video on your own; I want to watch the stateful widget video shortly.)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imperative programming (e.g., Java’s UI libraries), you need to call configuration methods of the UI instance to update 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declarative programming (e.g., Flutter), we describe what the UI should look like for the current data, and the widget will rebuild.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do not manually mutate the screen; you change the data and rebuild.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 is a solid explanation: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docs.flutter.dev/flutter-for/declarative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540000" y="1440000"/>
            <a:ext cx="5175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Stateless: fixed once built (a snapshot).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Stateful: holds data that changes over time and rebuilds itself.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Ephemeral state now; app-wide state later.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more info, see: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docs.flutter.dev/data-and-backend/state-mgmt/ephemeral-vs-app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now, let’s watch this video together as a family: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youtube.com/watch?v=Gzz8FwSlsUg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2" name="Google Shape;152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/>
        </p:nvSpPr>
        <p:spPr>
          <a:xfrm>
            <a:off x="540000" y="1440000"/>
            <a:ext cx="5175000" cy="6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StatelessWidget: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StatelessWidget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StatefulWidget: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StatefulWidget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Change the data inside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Flutter rebuilds.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Change it without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the screen does not update.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 on this tutorial page on adding interactivity.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docs.flutter.dev/ui/interactivity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Also, let’s do the questions here: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docs.flutter.dev/learn/pathway/tutorial/stateful-widget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60" name="Google Shape;160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1</a:t>
            </a:r>
            <a:endParaRPr/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1 and Worksheet 2 exercises: a movie listing page.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Complete by the week ending with Friday,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 in your own timetabled practical (you will not get marks if you attend a different session).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Marked on functionality, quality, and understanding of your own code.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ask two questions about your code, chosen at random, during the demo.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will find these questions easy if you’ve done the coding yourself.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6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